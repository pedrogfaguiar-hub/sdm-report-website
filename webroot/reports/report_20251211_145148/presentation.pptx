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6" y="5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Abertos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  <c:pt idx="9">
                  <c:v>2025-12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103</c:v>
                </c:pt>
                <c:pt idx="1">
                  <c:v>134</c:v>
                </c:pt>
                <c:pt idx="2">
                  <c:v>3108</c:v>
                </c:pt>
                <c:pt idx="3">
                  <c:v>221</c:v>
                </c:pt>
                <c:pt idx="4">
                  <c:v>144</c:v>
                </c:pt>
                <c:pt idx="5">
                  <c:v>33</c:v>
                </c:pt>
                <c:pt idx="6">
                  <c:v>64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  <c:pt idx="9">
                  <c:v>2025-12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7405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Closure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  <c:pt idx="9">
                  <c:v>2025-12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  <c:pt idx="9">
                  <c:v>2025-12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3702.5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Closure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  <c:pt idx="9">
                  <c:v>2025-12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December 2025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19" name="Picture 1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0" name="Picture 1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21" name="Picture 2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22" name="Picture 2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23" name="Picture 2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24" name="Picture 2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9" name="Picture 2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34" name="Picture 3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42" name="Picture 4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43" name="Picture 4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48" name="Picture 4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55" name="Picture 5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December, a total of 0 Change Requests, 0 Incidents and 0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December, a total of 0 incidents were open,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857456283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365276600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757388291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0 sec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81784797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320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Barlow</vt:lpstr>
      <vt:lpstr>Arial</vt:lpstr>
      <vt:lpstr>Noto Sans Symbols</vt:lpstr>
      <vt:lpstr>Calibri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85</cp:revision>
  <dcterms:created xsi:type="dcterms:W3CDTF">2024-11-04T15:04:28Z</dcterms:created>
  <dcterms:modified xsi:type="dcterms:W3CDTF">2025-12-05T13:26:37Z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