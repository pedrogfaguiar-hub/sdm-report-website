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41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Daniel</c:v>
                </c:pt>
                <c:pt idx="1">
                  <c:v>Rui</c:v>
                </c:pt>
                <c:pt idx="2">
                  <c:v>Pedro</c:v>
                </c:pt>
                <c:pt idx="3">
                  <c:v>Antonio</c:v>
                </c:pt>
                <c:pt idx="4">
                  <c:v>Ronaldo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P1 - Critical</c:v>
                </c:pt>
                <c:pt idx="1">
                  <c:v>P2 - High</c:v>
                </c:pt>
                <c:pt idx="2">
                  <c:v>P3 - Medium</c:v>
                </c:pt>
                <c:pt idx="3">
                  <c:v>P4 - 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11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15</c:v>
                </c:pt>
                <c:pt idx="8">
                  <c:v>18</c:v>
                </c:pt>
                <c:pt idx="9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144.5</c:v>
                </c:pt>
                <c:pt idx="1">
                  <c:v>130.5</c:v>
                </c:pt>
                <c:pt idx="2">
                  <c:v>159</c:v>
                </c:pt>
                <c:pt idx="3">
                  <c:v>146.5</c:v>
                </c:pt>
                <c:pt idx="4">
                  <c:v>167</c:v>
                </c:pt>
                <c:pt idx="5">
                  <c:v>163</c:v>
                </c:pt>
                <c:pt idx="6">
                  <c:v>157.5</c:v>
                </c:pt>
                <c:pt idx="7">
                  <c:v>145</c:v>
                </c:pt>
                <c:pt idx="8">
                  <c:v>139</c:v>
                </c:pt>
                <c:pt idx="9">
                  <c:v>177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November 2025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b="0" sz="800">
                <a:solidFill>
                  <a:srgbClr val="FF4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INC101552-USA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Critical server down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4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INC102781-India</a:t>
            </a:r>
            <a:r>
              <a:rPr b="0" sz="800">
                <a:solidFill>
                  <a:srgbClr val="000000"/>
                </a:solidFill>
                <a:latin typeface="Barlow"/>
              </a:rPr>
              <a:t>: Database connection failure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INC201774-Germany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Incorrect time settings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INC202113-Germany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Application loading slowly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INC203554-Japan</a:t>
            </a:r>
            <a:r>
              <a:rPr b="0" sz="800">
                <a:solidFill>
                  <a:srgbClr val="000000"/>
                </a:solidFill>
                <a:latin typeface="Barlow"/>
              </a:rPr>
              <a:t>: WiFi access request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INC204908-Sweden</a:t>
            </a:r>
            <a:r>
              <a:rPr b="0" sz="800">
                <a:solidFill>
                  <a:srgbClr val="000000"/>
                </a:solidFill>
                <a:latin typeface="Barlow"/>
              </a:rPr>
              <a:t>: Meeting room display flickering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INC205212-USA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Minor keyboard malfunction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INC206445-France</a:t>
            </a:r>
            <a:r>
              <a:rPr b="0" sz="800">
                <a:solidFill>
                  <a:srgbClr val="000000"/>
                </a:solidFill>
                <a:latin typeface="Barlow"/>
              </a:rPr>
              <a:t>: Internal chat app delay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INC207991-Korea</a:t>
            </a:r>
            <a:r>
              <a:rPr b="0" sz="800">
                <a:solidFill>
                  <a:srgbClr val="000000"/>
                </a:solidFill>
                <a:latin typeface="Barlow"/>
              </a:rPr>
              <a:t>: Login attempt locked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19" name="Picture 1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0" name="Picture 1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21" name="Picture 2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22" name="Picture 2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23" name="Picture 2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24" name="Picture 2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9" name="Picture 28" descr="img3_laranj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30" name="Picture 29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33" name="Picture 32" descr="img3_laranj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34" name="Picture 33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42" name="Picture 41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43" name="Picture 42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48" name="Picture 47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55" name="Picture 54" descr="img2_amare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7" name="Picture 5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13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November, a total of 2 Change Requests, 4 Incidents and 5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November, a total of 27 incidents were registered,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1381405500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677686127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935565785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5 minutes and 40 seconds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405048659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The overall average incident resolution time for the reporting period was 2 minutes and 33 seconds.</a:t>
            </a: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8040</TotalTime>
  <Words>308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Arial</vt:lpstr>
      <vt:lpstr>Barlow</vt:lpstr>
      <vt:lpstr>Calibri</vt:lpstr>
      <vt:lpstr>Noto Sans Symbols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84</cp:revision>
  <dcterms:created xsi:type="dcterms:W3CDTF">2024-11-04T15:04:28Z</dcterms:created>
  <dcterms:modified xsi:type="dcterms:W3CDTF">2025-12-04T14:51:32Z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