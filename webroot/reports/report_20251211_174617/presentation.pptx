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handoutMasters/handoutMaster1.xml" ContentType="application/vnd.openxmlformats-officedocument.presentationml.handoutMaster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11"/>
  </p:notesMasterIdLst>
  <p:handoutMasterIdLst>
    <p:handoutMasterId r:id="rId12"/>
  </p:handoutMasterIdLst>
  <p:sldIdLst>
    <p:sldId id="283" r:id="rId3"/>
    <p:sldId id="282" r:id="rId4"/>
    <p:sldId id="267" r:id="rId5"/>
    <p:sldId id="284" r:id="rId6"/>
    <p:sldId id="285" r:id="rId7"/>
    <p:sldId id="269" r:id="rId8"/>
    <p:sldId id="286" r:id="rId9"/>
    <p:sldId id="278" r:id="rId10"/>
  </p:sldIdLst>
  <p:sldSz cx="12192000" cy="6858000"/>
  <p:notesSz cx="6858000" cy="9144000"/>
  <p:embeddedFontLst>
    <p:embeddedFont>
      <p:font typeface="Barlow" panose="00000500000000000000" pitchFamily="2" charset="0"/>
      <p:regular r:id="rId13"/>
      <p:bold r:id="rId14"/>
      <p:italic r:id="rId15"/>
      <p:boldItalic r:id="rId16"/>
    </p:embeddedFont>
    <p:embeddedFont>
      <p:font typeface="Barlow SemiBold" panose="000007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34" roundtripDataSignature="AMtx7mgUXipKDMk97yXNyxH5PQInM8Vj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27F1"/>
    <a:srgbClr val="FC4B04"/>
    <a:srgbClr val="12CFDE"/>
    <a:srgbClr val="DE3A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7520A5-0009-4828-858A-D4C7645EDC98}">
  <a:tblStyle styleId="{E47520A5-0009-4828-858A-D4C7645EDC98}" styleName="Table_0">
    <a:wholeTbl>
      <a:tcTxStyle b="off" i="off">
        <a:font>
          <a:latin typeface="Barlow"/>
          <a:ea typeface="Barlow"/>
          <a:cs typeface="Barlow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AF3F2"/>
          </a:solidFill>
        </a:fill>
      </a:tcStyle>
    </a:wholeTbl>
    <a:band1H>
      <a:tcTxStyle/>
      <a:tcStyle>
        <a:tcBdr/>
        <a:fill>
          <a:solidFill>
            <a:srgbClr val="D3E5E3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3E5E3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Barlow"/>
          <a:ea typeface="Barlow"/>
          <a:cs typeface="Barlow"/>
        </a:font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 i="off">
        <a:font>
          <a:latin typeface="Barlow"/>
          <a:ea typeface="Barlow"/>
          <a:cs typeface="Barlow"/>
        </a:font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 i="off">
        <a:font>
          <a:latin typeface="Barlow"/>
          <a:ea typeface="Barlow"/>
          <a:cs typeface="Barlow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4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Barlow"/>
          <a:ea typeface="Barlow"/>
          <a:cs typeface="Barlow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9" autoAdjust="0"/>
    <p:restoredTop sz="94660"/>
  </p:normalViewPr>
  <p:slideViewPr>
    <p:cSldViewPr snapToGrid="0">
      <p:cViewPr varScale="1">
        <p:scale>
          <a:sx n="88" d="100"/>
          <a:sy n="88" d="100"/>
        </p:scale>
        <p:origin x="126" y="57"/>
      </p:cViewPr>
      <p:guideLst>
        <p:guide orient="horz" pos="107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829" y="27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Relationship Id="rId34" Type="http://customschemas.google.com/relationships/presentationmetadata" Target="meta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475300224343466E-2"/>
          <c:y val="4.0206581633178341E-2"/>
          <c:w val="0.8954518394697869"/>
          <c:h val="0.6584570101150440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12CFD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2025-03</c:v>
                </c:pt>
                <c:pt idx="1">
                  <c:v>2025-04</c:v>
                </c:pt>
                <c:pt idx="2">
                  <c:v>2025-05</c:v>
                </c:pt>
                <c:pt idx="3">
                  <c:v>2025-06</c:v>
                </c:pt>
                <c:pt idx="4">
                  <c:v>2025-07</c:v>
                </c:pt>
                <c:pt idx="5">
                  <c:v>2025-08</c:v>
                </c:pt>
                <c:pt idx="6">
                  <c:v>2025-09</c:v>
                </c:pt>
                <c:pt idx="7">
                  <c:v>2025-10</c:v>
                </c:pt>
                <c:pt idx="8">
                  <c:v>2025-11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103</c:v>
                </c:pt>
                <c:pt idx="1">
                  <c:v>134</c:v>
                </c:pt>
                <c:pt idx="2">
                  <c:v>3108</c:v>
                </c:pt>
                <c:pt idx="3">
                  <c:v>221</c:v>
                </c:pt>
                <c:pt idx="4">
                  <c:v>144</c:v>
                </c:pt>
                <c:pt idx="5">
                  <c:v>33</c:v>
                </c:pt>
                <c:pt idx="6">
                  <c:v>64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84-479C-AB9F-3D4742A64B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Change Requests</c:v>
                </c:pt>
              </c:strCache>
            </c:strRef>
          </c:tx>
          <c:spPr>
            <a:solidFill>
              <a:srgbClr val="FC4B0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2025-03</c:v>
                </c:pt>
                <c:pt idx="1">
                  <c:v>2025-04</c:v>
                </c:pt>
                <c:pt idx="2">
                  <c:v>2025-05</c:v>
                </c:pt>
                <c:pt idx="3">
                  <c:v>2025-06</c:v>
                </c:pt>
                <c:pt idx="4">
                  <c:v>2025-07</c:v>
                </c:pt>
                <c:pt idx="5">
                  <c:v>2025-08</c:v>
                </c:pt>
                <c:pt idx="6">
                  <c:v>2025-09</c:v>
                </c:pt>
                <c:pt idx="7">
                  <c:v>2025-10</c:v>
                </c:pt>
                <c:pt idx="8">
                  <c:v>2025-11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84-479C-AB9F-3D4742A64BD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Requested Items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2025-03</c:v>
                </c:pt>
                <c:pt idx="1">
                  <c:v>2025-04</c:v>
                </c:pt>
                <c:pt idx="2">
                  <c:v>2025-05</c:v>
                </c:pt>
                <c:pt idx="3">
                  <c:v>2025-06</c:v>
                </c:pt>
                <c:pt idx="4">
                  <c:v>2025-07</c:v>
                </c:pt>
                <c:pt idx="5">
                  <c:v>2025-08</c:v>
                </c:pt>
                <c:pt idx="6">
                  <c:v>2025-09</c:v>
                </c:pt>
                <c:pt idx="7">
                  <c:v>2025-10</c:v>
                </c:pt>
                <c:pt idx="8">
                  <c:v>2025-11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84-479C-AB9F-3D4742A64BD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34565440"/>
        <c:axId val="1134565920"/>
      </c:barChart>
      <c:catAx>
        <c:axId val="1134565440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134565920"/>
        <c:crosses val="autoZero"/>
        <c:auto val="1"/>
        <c:lblAlgn val="ctr"/>
        <c:lblOffset val="100"/>
        <c:noMultiLvlLbl val="0"/>
      </c:catAx>
      <c:valAx>
        <c:axId val="1134565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134565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723918493537028"/>
          <c:y val="4.0206581633178341E-2"/>
          <c:w val="0.8150842096852412"/>
          <c:h val="0.6059605986337348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Request</c:v>
                </c:pt>
              </c:strCache>
            </c:strRef>
          </c:tx>
          <c:spPr>
            <a:solidFill>
              <a:srgbClr val="12CFD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Fortinet Platform</c:v>
                </c:pt>
                <c:pt idx="1">
                  <c:v>RCS - LAN</c:v>
                </c:pt>
                <c:pt idx="2">
                  <c:v>RCS - Network Security</c:v>
                </c:pt>
                <c:pt idx="3">
                  <c:v>RCS - WLAN</c:v>
                </c:pt>
                <c:pt idx="4">
                  <c:v>RCS - Remote Access</c:v>
                </c:pt>
                <c:pt idx="5">
                  <c:v>RCS - Datacenter</c:v>
                </c:pt>
                <c:pt idx="6">
                  <c:v>RCS - DNS</c:v>
                </c:pt>
                <c:pt idx="7">
                  <c:v>Network Security</c:v>
                </c:pt>
                <c:pt idx="8">
                  <c:v>DNS External</c:v>
                </c:pt>
                <c:pt idx="9">
                  <c:v>LAN</c:v>
                </c:pt>
                <c:pt idx="10">
                  <c:v>RCS - WAN</c:v>
                </c:pt>
                <c:pt idx="11">
                  <c:v>Absorb</c:v>
                </c:pt>
                <c:pt idx="12">
                  <c:v>Other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1</c:v>
                </c:pt>
                <c:pt idx="5">
                  <c:v>2</c:v>
                </c:pt>
                <c:pt idx="6">
                  <c:v>3</c:v>
                </c:pt>
                <c:pt idx="7">
                  <c:v>4</c:v>
                </c:pt>
                <c:pt idx="8">
                  <c:v>5</c:v>
                </c:pt>
                <c:pt idx="9">
                  <c:v>6</c:v>
                </c:pt>
                <c:pt idx="10">
                  <c:v>7</c:v>
                </c:pt>
                <c:pt idx="11">
                  <c:v>8</c:v>
                </c:pt>
                <c:pt idx="1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6D-427B-85A2-838838770A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Incident</c:v>
                </c:pt>
              </c:strCache>
            </c:strRef>
          </c:tx>
          <c:spPr>
            <a:solidFill>
              <a:srgbClr val="FC4B0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Fortinet Platform</c:v>
                </c:pt>
                <c:pt idx="1">
                  <c:v>RCS - LAN</c:v>
                </c:pt>
                <c:pt idx="2">
                  <c:v>RCS - Network Security</c:v>
                </c:pt>
                <c:pt idx="3">
                  <c:v>RCS - WLAN</c:v>
                </c:pt>
                <c:pt idx="4">
                  <c:v>RCS - Remote Access</c:v>
                </c:pt>
                <c:pt idx="5">
                  <c:v>RCS - Datacenter</c:v>
                </c:pt>
                <c:pt idx="6">
                  <c:v>RCS - DNS</c:v>
                </c:pt>
                <c:pt idx="7">
                  <c:v>Network Security</c:v>
                </c:pt>
                <c:pt idx="8">
                  <c:v>DNS External</c:v>
                </c:pt>
                <c:pt idx="9">
                  <c:v>LAN</c:v>
                </c:pt>
                <c:pt idx="10">
                  <c:v>RCS - WAN</c:v>
                </c:pt>
                <c:pt idx="11">
                  <c:v>Absorb</c:v>
                </c:pt>
                <c:pt idx="12">
                  <c:v>Other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2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  <c:pt idx="4">
                  <c:v>0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  <c:pt idx="9">
                  <c:v>5</c:v>
                </c:pt>
                <c:pt idx="10">
                  <c:v>6</c:v>
                </c:pt>
                <c:pt idx="11">
                  <c:v>7</c:v>
                </c:pt>
                <c:pt idx="1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6D-427B-85A2-838838770A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Requested Item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Fortinet Platform</c:v>
                </c:pt>
                <c:pt idx="1">
                  <c:v>RCS - LAN</c:v>
                </c:pt>
                <c:pt idx="2">
                  <c:v>RCS - Network Security</c:v>
                </c:pt>
                <c:pt idx="3">
                  <c:v>RCS - WLAN</c:v>
                </c:pt>
                <c:pt idx="4">
                  <c:v>RCS - Remote Access</c:v>
                </c:pt>
                <c:pt idx="5">
                  <c:v>RCS - Datacenter</c:v>
                </c:pt>
                <c:pt idx="6">
                  <c:v>RCS - DNS</c:v>
                </c:pt>
                <c:pt idx="7">
                  <c:v>Network Security</c:v>
                </c:pt>
                <c:pt idx="8">
                  <c:v>DNS External</c:v>
                </c:pt>
                <c:pt idx="9">
                  <c:v>LAN</c:v>
                </c:pt>
                <c:pt idx="10">
                  <c:v>RCS - WAN</c:v>
                </c:pt>
                <c:pt idx="11">
                  <c:v>Absorb</c:v>
                </c:pt>
                <c:pt idx="12">
                  <c:v>Other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2</c:v>
                </c:pt>
                <c:pt idx="5">
                  <c:v>3</c:v>
                </c:pt>
                <c:pt idx="6">
                  <c:v>1</c:v>
                </c:pt>
                <c:pt idx="7">
                  <c:v>5</c:v>
                </c:pt>
                <c:pt idx="8">
                  <c:v>3</c:v>
                </c:pt>
                <c:pt idx="9">
                  <c:v>6</c:v>
                </c:pt>
                <c:pt idx="10">
                  <c:v>3</c:v>
                </c:pt>
                <c:pt idx="11">
                  <c:v>6</c:v>
                </c:pt>
                <c:pt idx="1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6D-427B-85A2-838838770A6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284137104"/>
        <c:axId val="1284136144"/>
      </c:barChart>
      <c:catAx>
        <c:axId val="1284137104"/>
        <c:scaling>
          <c:orientation val="minMax"/>
        </c:scaling>
        <c:delete val="0"/>
        <c:axPos val="b"/>
        <c:numFmt formatCode="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4136144"/>
        <c:crosses val="autoZero"/>
        <c:auto val="1"/>
        <c:lblAlgn val="ctr"/>
        <c:lblOffset val="100"/>
        <c:noMultiLvlLbl val="0"/>
      </c:catAx>
      <c:valAx>
        <c:axId val="1284136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4137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1973664745060907"/>
          <c:y val="0.93381032138713793"/>
          <c:w val="0.76052650732132587"/>
          <c:h val="6.618967861286209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accent1">
              <a:lumMod val="90000"/>
              <a:lumOff val="10000"/>
            </a:schemeClr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66172855914377"/>
          <c:y val="4.0206581633178341E-2"/>
          <c:w val="0.87975585559714153"/>
          <c:h val="0.688441528955512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12CFD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No Data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D6-48BF-9B64-0FD51A7042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1270634816"/>
        <c:axId val="1270632416"/>
      </c:barChart>
      <c:catAx>
        <c:axId val="1270634816"/>
        <c:scaling>
          <c:orientation val="minMax"/>
        </c:scaling>
        <c:delete val="0"/>
        <c:axPos val="b"/>
        <c:numFmt formatCode="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0632416"/>
        <c:crosses val="autoZero"/>
        <c:auto val="1"/>
        <c:lblAlgn val="ctr"/>
        <c:lblOffset val="100"/>
        <c:noMultiLvlLbl val="0"/>
      </c:catAx>
      <c:valAx>
        <c:axId val="1270632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0634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3008841771873482E-2"/>
          <c:y val="4.0206581633178341E-2"/>
          <c:w val="0.88719599994134812"/>
          <c:h val="0.691085030417742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2CFD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9D8-4D44-B71D-E2E7FD015FB1}"/>
              </c:ext>
            </c:extLst>
          </c:dPt>
          <c:dPt>
            <c:idx val="1"/>
            <c:invertIfNegative val="0"/>
            <c:bubble3D val="0"/>
            <c:spPr>
              <a:solidFill>
                <a:srgbClr val="FC4B0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9D8-4D44-B71D-E2E7FD015FB1}"/>
              </c:ext>
            </c:extLst>
          </c:dPt>
          <c:dPt>
            <c:idx val="2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9D8-4D44-B71D-E2E7FD015FB1}"/>
              </c:ext>
            </c:extLst>
          </c:dPt>
          <c:dPt>
            <c:idx val="3"/>
            <c:invertIfNegative val="0"/>
            <c:bubble3D val="0"/>
            <c:spPr>
              <a:solidFill>
                <a:srgbClr val="DE3A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9D8-4D44-B71D-E2E7FD015FB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9D8-4D44-B71D-E2E7FD015F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0"/>
        <c:overlap val="-30"/>
        <c:axId val="1556315488"/>
        <c:axId val="1556315008"/>
      </c:barChart>
      <c:catAx>
        <c:axId val="1556315488"/>
        <c:scaling>
          <c:orientation val="minMax"/>
        </c:scaling>
        <c:delete val="0"/>
        <c:axPos val="b"/>
        <c:numFmt formatCode="@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6315008"/>
        <c:crosses val="autoZero"/>
        <c:auto val="1"/>
        <c:lblAlgn val="ctr"/>
        <c:lblOffset val="100"/>
        <c:tickLblSkip val="1"/>
        <c:noMultiLvlLbl val="0"/>
      </c:catAx>
      <c:valAx>
        <c:axId val="1556315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63154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896247157172333"/>
          <c:y val="0.18702308282670901"/>
          <c:w val="0.7257668837853235"/>
          <c:h val="0.4748358765032403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Aug</c:v>
                </c:pt>
                <c:pt idx="6">
                  <c:v>Sep</c:v>
                </c:pt>
                <c:pt idx="7">
                  <c:v>Oct</c:v>
                </c:pt>
                <c:pt idx="8">
                  <c:v>Nov</c:v>
                </c:pt>
                <c:pt idx="9">
                  <c:v>Dec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10253</c:v>
                </c:pt>
                <c:pt idx="3">
                  <c:v>0</c:v>
                </c:pt>
                <c:pt idx="4">
                  <c:v>0</c:v>
                </c:pt>
                <c:pt idx="5">
                  <c:v>7405</c:v>
                </c:pt>
                <c:pt idx="6">
                  <c:v>41737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B41-4B45-8F5B-3950E6DCAA12}"/>
            </c:ext>
          </c:extLst>
        </c:ser>
        <c:dLbls>
          <c:dLblPos val="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557224928"/>
        <c:axId val="1557223488"/>
      </c:lineChart>
      <c:catAx>
        <c:axId val="1557224928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7223488"/>
        <c:crosses val="autoZero"/>
        <c:auto val="1"/>
        <c:lblAlgn val="ctr"/>
        <c:lblOffset val="100"/>
        <c:noMultiLvlLbl val="0"/>
      </c:catAx>
      <c:valAx>
        <c:axId val="1557223488"/>
        <c:scaling>
          <c:orientation val="minMax"/>
          <c:min val="0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PT" dirty="0"/>
                  <a:t>MinimumActual</a:t>
                </a:r>
                <a:r>
                  <a:rPr lang="pt-PT" baseline="0" dirty="0"/>
                  <a:t> elapsed time (s)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@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7224928"/>
        <c:crosses val="autoZero"/>
        <c:crossBetween val="between"/>
      </c:valAx>
      <c:spPr>
        <a:noFill/>
        <a:ln w="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355149033999055"/>
          <c:y val="9.513511610567886E-2"/>
          <c:w val="0.75141508234008969"/>
          <c:h val="0.7264926392889798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Aug</c:v>
                </c:pt>
                <c:pt idx="6">
                  <c:v>Sep</c:v>
                </c:pt>
                <c:pt idx="7">
                  <c:v>Oct</c:v>
                </c:pt>
                <c:pt idx="8">
                  <c:v>Nov</c:v>
                </c:pt>
                <c:pt idx="9">
                  <c:v>Dec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10253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41737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B46-4BE3-B98A-55EDBF8620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1087936"/>
        <c:axId val="1131088416"/>
      </c:lineChart>
      <c:catAx>
        <c:axId val="1131087936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088416"/>
        <c:crosses val="autoZero"/>
        <c:auto val="1"/>
        <c:lblAlgn val="ctr"/>
        <c:lblOffset val="100"/>
        <c:noMultiLvlLbl val="0"/>
      </c:catAx>
      <c:valAx>
        <c:axId val="1131088416"/>
        <c:scaling>
          <c:orientation val="minMax"/>
          <c:min val="0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Maximum Actual</a:t>
                </a:r>
                <a:r>
                  <a:rPr lang="en-US" baseline="0" dirty="0"/>
                  <a:t> elapsed time (s)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087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121545165883943"/>
          <c:y val="4.1162616466766319E-2"/>
          <c:w val="0.73937568690463573"/>
          <c:h val="0.6573811311564670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Aug</c:v>
                </c:pt>
                <c:pt idx="6">
                  <c:v>Sep</c:v>
                </c:pt>
                <c:pt idx="7">
                  <c:v>Oct</c:v>
                </c:pt>
                <c:pt idx="8">
                  <c:v>Nov</c:v>
                </c:pt>
                <c:pt idx="9">
                  <c:v>Dec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10253</c:v>
                </c:pt>
                <c:pt idx="3">
                  <c:v>0</c:v>
                </c:pt>
                <c:pt idx="4">
                  <c:v>0</c:v>
                </c:pt>
                <c:pt idx="5">
                  <c:v>3702.5</c:v>
                </c:pt>
                <c:pt idx="6">
                  <c:v>41737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C61-461A-B33D-E15CE01F83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3278288"/>
        <c:axId val="1133280688"/>
      </c:lineChart>
      <c:catAx>
        <c:axId val="1133278288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3280688"/>
        <c:crossesAt val="0"/>
        <c:auto val="1"/>
        <c:lblAlgn val="ctr"/>
        <c:lblOffset val="100"/>
        <c:noMultiLvlLbl val="0"/>
      </c:catAx>
      <c:valAx>
        <c:axId val="1133280688"/>
        <c:scaling>
          <c:orientation val="minMax"/>
          <c:min val="0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Average Actual elapsed time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3278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355149033999055"/>
          <c:y val="9.513511610567886E-2"/>
          <c:w val="0.75141508234008969"/>
          <c:h val="0.7264926392889798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</c:v>
                </c:pt>
              </c:strCache>
            </c:strRef>
          </c:tx>
          <c:spPr>
            <a:ln w="127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Aug</c:v>
                </c:pt>
                <c:pt idx="6">
                  <c:v>Sep</c:v>
                </c:pt>
                <c:pt idx="7">
                  <c:v>Oct</c:v>
                </c:pt>
                <c:pt idx="8">
                  <c:v>Nov</c:v>
                </c:pt>
                <c:pt idx="9">
                  <c:v>Dec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10253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41737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761-4090-B0F7-E6BCE6C7E554}"/>
            </c:ext>
          </c:extLst>
        </c:ser>
        <c:dLbls>
          <c:dLblPos val="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131087936"/>
        <c:axId val="1131088416"/>
      </c:lineChart>
      <c:catAx>
        <c:axId val="1131087936"/>
        <c:scaling>
          <c:orientation val="minMax"/>
        </c:scaling>
        <c:delete val="0"/>
        <c:axPos val="b"/>
        <c:numFmt formatCode="m/d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088416"/>
        <c:crosses val="autoZero"/>
        <c:auto val="1"/>
        <c:lblAlgn val="ctr"/>
        <c:lblOffset val="100"/>
        <c:noMultiLvlLbl val="0"/>
      </c:catAx>
      <c:valAx>
        <c:axId val="1131088416"/>
        <c:scaling>
          <c:orientation val="minMax"/>
          <c:min val="0"/>
        </c:scaling>
        <c:delete val="0"/>
        <c:axPos val="l"/>
        <c:majorGridlines>
          <c:spPr>
            <a:ln w="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Maximum Actual</a:t>
                </a:r>
                <a:r>
                  <a:rPr lang="en-US" baseline="0" dirty="0"/>
                  <a:t> elapsed time (s)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1087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Time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Aug</c:v>
                </c:pt>
                <c:pt idx="6">
                  <c:v>Sep</c:v>
                </c:pt>
                <c:pt idx="7">
                  <c:v>Oct</c:v>
                </c:pt>
                <c:pt idx="8">
                  <c:v>Nov</c:v>
                </c:pt>
                <c:pt idx="9">
                  <c:v>Dec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10253</c:v>
                </c:pt>
                <c:pt idx="3">
                  <c:v>0</c:v>
                </c:pt>
                <c:pt idx="4">
                  <c:v>0</c:v>
                </c:pt>
                <c:pt idx="5">
                  <c:v>3702.5</c:v>
                </c:pt>
                <c:pt idx="6">
                  <c:v>41737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2EC-4116-85A1-AB0F82BC92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08748783"/>
        <c:axId val="608751663"/>
      </c:lineChart>
      <c:catAx>
        <c:axId val="6087487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8751663"/>
        <c:crosses val="autoZero"/>
        <c:auto val="1"/>
        <c:lblAlgn val="ctr"/>
        <c:lblOffset val="100"/>
        <c:noMultiLvlLbl val="0"/>
      </c:catAx>
      <c:valAx>
        <c:axId val="608751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87487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84D2C9-FBDD-AE02-228F-5D5276EA97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0CE513-B077-BBD1-D70D-513B0BBAAE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1545EA-EDD2-4B9C-BB82-B2D07C4192F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B039D9-705B-CDCD-80A8-9DEE9380A0F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EBFA4C-60A4-78FD-CE15-FC956023EB5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6F892-824F-4033-B95C-BEACD33E2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0378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021583" y="8685213"/>
            <a:ext cx="738759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9" name="Google Shape;9;n"/>
          <p:cNvGrpSpPr/>
          <p:nvPr/>
        </p:nvGrpSpPr>
        <p:grpSpPr>
          <a:xfrm>
            <a:off x="5599329" y="8774141"/>
            <a:ext cx="943519" cy="132639"/>
            <a:chOff x="10052051" y="6354763"/>
            <a:chExt cx="1592262" cy="223838"/>
          </a:xfrm>
        </p:grpSpPr>
        <p:sp>
          <p:nvSpPr>
            <p:cNvPr id="10" name="Google Shape;10;n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" name="Google Shape;11;n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" name="Google Shape;12;n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" name="Google Shape;13;n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" name="Google Shape;14;n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" name="Google Shape;15;n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" name="Google Shape;16;n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000" b="0" i="0" u="none" strike="noStrike" cap="none" smtClean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3</a:t>
            </a:fld>
            <a:endParaRPr lang="pt-PT" sz="1000" b="0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650735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000" b="0" i="0" u="none" strike="noStrike" cap="none" smtClean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6</a:t>
            </a:fld>
            <a:endParaRPr lang="pt-PT" sz="1000" b="0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209765681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Relationship Id="rId3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Relationship Id="rId3" Type="http://schemas.openxmlformats.org/officeDocument/2006/relationships/image" Target="../media/image9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Relationship Id="rId3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Relationship Id="rId3" Type="http://schemas.openxmlformats.org/officeDocument/2006/relationships/image" Target="../media/image9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 userDrawn="1">
  <p:cSld name="Title Slide 2">
    <p:bg>
      <p:bgPr>
        <a:solidFill>
          <a:schemeClr val="accent4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1998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7"/>
          <p:cNvSpPr/>
          <p:nvPr/>
        </p:nvSpPr>
        <p:spPr>
          <a:xfrm>
            <a:off x="0" y="2209800"/>
            <a:ext cx="12192000" cy="4387850"/>
          </a:xfrm>
          <a:prstGeom prst="rect">
            <a:avLst/>
          </a:prstGeom>
          <a:gradFill>
            <a:gsLst>
              <a:gs pos="0">
                <a:srgbClr val="001F47">
                  <a:alpha val="0"/>
                </a:srgbClr>
              </a:gs>
              <a:gs pos="73000">
                <a:srgbClr val="001F47">
                  <a:alpha val="51764"/>
                </a:srgbClr>
              </a:gs>
              <a:gs pos="100000">
                <a:srgbClr val="001F47">
                  <a:alpha val="51764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" name="Google Shape;39;p17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05736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73530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057367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grpSp>
        <p:nvGrpSpPr>
          <p:cNvPr id="45" name="Google Shape;45;p17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46" name="Google Shape;46;p17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" name="Google Shape;47;p17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" name="Google Shape;48;p17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" name="Google Shape;49;p17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" name="Google Shape;50;p17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" name="Google Shape;51;p17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" name="Google Shape;52;p17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53" name="Google Shape;53;p17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54" name="Google Shape;54;p17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5" name="Google Shape;55;p17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6" name="Google Shape;56;p17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7" name="Google Shape;57;p17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8" name="Google Shape;58;p17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9" name="Google Shape;59;p17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60" name="Google Shape;60;p17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61" name="Google Shape;61;p17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59952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E7E96-C006-61D1-F606-9880F4485F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65" y="6007100"/>
            <a:ext cx="6783387" cy="42068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1pPr>
            <a:lvl2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>
              <a:defRPr sz="16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0830C-7E7B-F65E-0520-FD900428C8D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D6566A-6965-160B-3835-0702F84276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A25611-D5A0-D7D8-0B03-31FF0EED23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6" name="Google Shape;831;p3">
            <a:extLst>
              <a:ext uri="{FF2B5EF4-FFF2-40B4-BE49-F238E27FC236}">
                <a16:creationId xmlns:a16="http://schemas.microsoft.com/office/drawing/2014/main" id="{BAADF4B8-B94F-6B94-2DDE-4B71297AFF8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623984"/>
            <a:ext cx="11090275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/>
              <a:t>Status of all incidents, changes and requests that were created on the current month and that were active in backlog from previous month</a:t>
            </a:r>
            <a:endParaRPr dirty="0"/>
          </a:p>
        </p:txBody>
      </p:sp>
      <p:sp>
        <p:nvSpPr>
          <p:cNvPr id="7" name="Google Shape;833;p3">
            <a:extLst>
              <a:ext uri="{FF2B5EF4-FFF2-40B4-BE49-F238E27FC236}">
                <a16:creationId xmlns:a16="http://schemas.microsoft.com/office/drawing/2014/main" id="{B736B3E8-995E-08D3-C885-C22AB18880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dirty="0"/>
              <a:t>02 | Network Operations – Last day of the month</a:t>
            </a:r>
            <a:endParaRPr dirty="0"/>
          </a:p>
        </p:txBody>
      </p:sp>
      <p:sp>
        <p:nvSpPr>
          <p:cNvPr id="9" name="Google Shape;835;p3">
            <a:extLst>
              <a:ext uri="{FF2B5EF4-FFF2-40B4-BE49-F238E27FC236}">
                <a16:creationId xmlns:a16="http://schemas.microsoft.com/office/drawing/2014/main" id="{63CE6F42-E489-AD31-06D7-D8AAA9752531}"/>
              </a:ext>
            </a:extLst>
          </p:cNvPr>
          <p:cNvSpPr txBox="1"/>
          <p:nvPr/>
        </p:nvSpPr>
        <p:spPr>
          <a:xfrm>
            <a:off x="416143" y="3478082"/>
            <a:ext cx="32023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6BB7A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CHANGE REQUESTS</a:t>
            </a:r>
            <a:endParaRPr/>
          </a:p>
        </p:txBody>
      </p:sp>
      <p:sp>
        <p:nvSpPr>
          <p:cNvPr id="28" name="Google Shape;837;p3">
            <a:extLst>
              <a:ext uri="{FF2B5EF4-FFF2-40B4-BE49-F238E27FC236}">
                <a16:creationId xmlns:a16="http://schemas.microsoft.com/office/drawing/2014/main" id="{9F5D9987-F0FA-EF61-25A7-DD1AC2604F97}"/>
              </a:ext>
            </a:extLst>
          </p:cNvPr>
          <p:cNvSpPr/>
          <p:nvPr/>
        </p:nvSpPr>
        <p:spPr>
          <a:xfrm>
            <a:off x="2728491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IN PROGRESS</a:t>
            </a:r>
            <a:endParaRPr/>
          </a:p>
        </p:txBody>
      </p:sp>
      <p:pic>
        <p:nvPicPr>
          <p:cNvPr id="29" name="Google Shape;838;p3">
            <a:extLst>
              <a:ext uri="{FF2B5EF4-FFF2-40B4-BE49-F238E27FC236}">
                <a16:creationId xmlns:a16="http://schemas.microsoft.com/office/drawing/2014/main" id="{F53B260A-5AC3-4DB0-72D5-09F6745E9CC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35264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841;p3">
            <a:extLst>
              <a:ext uri="{FF2B5EF4-FFF2-40B4-BE49-F238E27FC236}">
                <a16:creationId xmlns:a16="http://schemas.microsoft.com/office/drawing/2014/main" id="{03157964-3868-447B-68E0-B8F09E447BBE}"/>
              </a:ext>
            </a:extLst>
          </p:cNvPr>
          <p:cNvSpPr/>
          <p:nvPr/>
        </p:nvSpPr>
        <p:spPr>
          <a:xfrm>
            <a:off x="4989931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PENDING</a:t>
            </a:r>
            <a:endParaRPr/>
          </a:p>
        </p:txBody>
      </p:sp>
      <p:pic>
        <p:nvPicPr>
          <p:cNvPr id="27" name="Google Shape;843;p3">
            <a:extLst>
              <a:ext uri="{FF2B5EF4-FFF2-40B4-BE49-F238E27FC236}">
                <a16:creationId xmlns:a16="http://schemas.microsoft.com/office/drawing/2014/main" id="{15F83EDE-991B-BDFA-85A1-A9906300A5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63695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845;p3">
            <a:extLst>
              <a:ext uri="{FF2B5EF4-FFF2-40B4-BE49-F238E27FC236}">
                <a16:creationId xmlns:a16="http://schemas.microsoft.com/office/drawing/2014/main" id="{5BE15125-2993-26AF-969E-2601AA11CA7C}"/>
              </a:ext>
            </a:extLst>
          </p:cNvPr>
          <p:cNvSpPr/>
          <p:nvPr/>
        </p:nvSpPr>
        <p:spPr>
          <a:xfrm>
            <a:off x="7250954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CLOSED/ RESOLVED</a:t>
            </a:r>
            <a:endParaRPr/>
          </a:p>
        </p:txBody>
      </p:sp>
      <p:pic>
        <p:nvPicPr>
          <p:cNvPr id="24" name="Google Shape;847;p3">
            <a:extLst>
              <a:ext uri="{FF2B5EF4-FFF2-40B4-BE49-F238E27FC236}">
                <a16:creationId xmlns:a16="http://schemas.microsoft.com/office/drawing/2014/main" id="{582394B2-B29B-A4F5-CEBA-65DD1C71681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4718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849;p3">
            <a:extLst>
              <a:ext uri="{FF2B5EF4-FFF2-40B4-BE49-F238E27FC236}">
                <a16:creationId xmlns:a16="http://schemas.microsoft.com/office/drawing/2014/main" id="{EDE17176-307B-F498-B411-07C7E6D82780}"/>
              </a:ext>
            </a:extLst>
          </p:cNvPr>
          <p:cNvSpPr/>
          <p:nvPr/>
        </p:nvSpPr>
        <p:spPr>
          <a:xfrm>
            <a:off x="495069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NEW</a:t>
            </a:r>
            <a:endParaRPr/>
          </a:p>
        </p:txBody>
      </p:sp>
      <p:pic>
        <p:nvPicPr>
          <p:cNvPr id="21" name="Google Shape;851;p3">
            <a:extLst>
              <a:ext uri="{FF2B5EF4-FFF2-40B4-BE49-F238E27FC236}">
                <a16:creationId xmlns:a16="http://schemas.microsoft.com/office/drawing/2014/main" id="{A891C7B3-891D-A535-33F3-1839402BAE4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6495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853;p3">
            <a:extLst>
              <a:ext uri="{FF2B5EF4-FFF2-40B4-BE49-F238E27FC236}">
                <a16:creationId xmlns:a16="http://schemas.microsoft.com/office/drawing/2014/main" id="{DD211E37-FE8A-E102-D7DB-92F9D13CF67C}"/>
              </a:ext>
            </a:extLst>
          </p:cNvPr>
          <p:cNvSpPr/>
          <p:nvPr/>
        </p:nvSpPr>
        <p:spPr>
          <a:xfrm>
            <a:off x="9594610" y="3919493"/>
            <a:ext cx="2051006" cy="1080000"/>
          </a:xfrm>
          <a:prstGeom prst="rect">
            <a:avLst/>
          </a:prstGeom>
          <a:solidFill>
            <a:srgbClr val="6BB7A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CANCELED</a:t>
            </a:r>
            <a:endParaRPr/>
          </a:p>
        </p:txBody>
      </p:sp>
      <p:pic>
        <p:nvPicPr>
          <p:cNvPr id="18" name="Google Shape;855;p3">
            <a:extLst>
              <a:ext uri="{FF2B5EF4-FFF2-40B4-BE49-F238E27FC236}">
                <a16:creationId xmlns:a16="http://schemas.microsoft.com/office/drawing/2014/main" id="{77520C8C-4A23-344D-DB81-B04029DEB4C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72492" y="3996777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856;p3">
            <a:extLst>
              <a:ext uri="{FF2B5EF4-FFF2-40B4-BE49-F238E27FC236}">
                <a16:creationId xmlns:a16="http://schemas.microsoft.com/office/drawing/2014/main" id="{DE02AFA6-8699-2D5C-D57D-2345707CBEED}"/>
              </a:ext>
            </a:extLst>
          </p:cNvPr>
          <p:cNvSpPr/>
          <p:nvPr/>
        </p:nvSpPr>
        <p:spPr>
          <a:xfrm>
            <a:off x="495069" y="3818867"/>
            <a:ext cx="11095097" cy="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" name="Google Shape;858;p3">
            <a:extLst>
              <a:ext uri="{FF2B5EF4-FFF2-40B4-BE49-F238E27FC236}">
                <a16:creationId xmlns:a16="http://schemas.microsoft.com/office/drawing/2014/main" id="{0B76B69A-378F-CEE6-9929-5125049A6E4C}"/>
              </a:ext>
            </a:extLst>
          </p:cNvPr>
          <p:cNvSpPr/>
          <p:nvPr/>
        </p:nvSpPr>
        <p:spPr>
          <a:xfrm>
            <a:off x="2721421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WORK IN PROGRESS</a:t>
            </a:r>
            <a:endParaRPr/>
          </a:p>
        </p:txBody>
      </p:sp>
      <p:pic>
        <p:nvPicPr>
          <p:cNvPr id="33" name="Google Shape;859;p3">
            <a:extLst>
              <a:ext uri="{FF2B5EF4-FFF2-40B4-BE49-F238E27FC236}">
                <a16:creationId xmlns:a16="http://schemas.microsoft.com/office/drawing/2014/main" id="{602DF888-B28F-0FAF-933F-31CE2B5137E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28194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862;p3">
            <a:extLst>
              <a:ext uri="{FF2B5EF4-FFF2-40B4-BE49-F238E27FC236}">
                <a16:creationId xmlns:a16="http://schemas.microsoft.com/office/drawing/2014/main" id="{1F817E00-13F8-79EE-83AB-1A07B73E13AB}"/>
              </a:ext>
            </a:extLst>
          </p:cNvPr>
          <p:cNvSpPr/>
          <p:nvPr/>
        </p:nvSpPr>
        <p:spPr>
          <a:xfrm>
            <a:off x="4982861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PENDING</a:t>
            </a:r>
            <a:endParaRPr/>
          </a:p>
        </p:txBody>
      </p:sp>
      <p:pic>
        <p:nvPicPr>
          <p:cNvPr id="52" name="Google Shape;864;p3">
            <a:extLst>
              <a:ext uri="{FF2B5EF4-FFF2-40B4-BE49-F238E27FC236}">
                <a16:creationId xmlns:a16="http://schemas.microsoft.com/office/drawing/2014/main" id="{890435A8-ADEC-46AD-1FDC-1F17D3E16C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6625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866;p3">
            <a:extLst>
              <a:ext uri="{FF2B5EF4-FFF2-40B4-BE49-F238E27FC236}">
                <a16:creationId xmlns:a16="http://schemas.microsoft.com/office/drawing/2014/main" id="{E7907F5A-E51A-3AD1-1911-6218DD33D321}"/>
              </a:ext>
            </a:extLst>
          </p:cNvPr>
          <p:cNvSpPr/>
          <p:nvPr/>
        </p:nvSpPr>
        <p:spPr>
          <a:xfrm>
            <a:off x="7243884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CLOSED/ RESOLVED</a:t>
            </a:r>
            <a:endParaRPr/>
          </a:p>
        </p:txBody>
      </p:sp>
      <p:pic>
        <p:nvPicPr>
          <p:cNvPr id="49" name="Google Shape;868;p3">
            <a:extLst>
              <a:ext uri="{FF2B5EF4-FFF2-40B4-BE49-F238E27FC236}">
                <a16:creationId xmlns:a16="http://schemas.microsoft.com/office/drawing/2014/main" id="{87C4D95A-1EC3-6E09-37C9-FF02953BFD6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7648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870;p3">
            <a:extLst>
              <a:ext uri="{FF2B5EF4-FFF2-40B4-BE49-F238E27FC236}">
                <a16:creationId xmlns:a16="http://schemas.microsoft.com/office/drawing/2014/main" id="{CD9DF563-0013-5AD0-6A4F-26FA54B39DA2}"/>
              </a:ext>
            </a:extLst>
          </p:cNvPr>
          <p:cNvSpPr/>
          <p:nvPr/>
        </p:nvSpPr>
        <p:spPr>
          <a:xfrm>
            <a:off x="490039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OPEN</a:t>
            </a:r>
            <a:endParaRPr/>
          </a:p>
        </p:txBody>
      </p:sp>
      <p:pic>
        <p:nvPicPr>
          <p:cNvPr id="46" name="Google Shape;872;p3">
            <a:extLst>
              <a:ext uri="{FF2B5EF4-FFF2-40B4-BE49-F238E27FC236}">
                <a16:creationId xmlns:a16="http://schemas.microsoft.com/office/drawing/2014/main" id="{A00FE009-E61E-A2D4-E717-DC82EDE0F09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9425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874;p3">
            <a:extLst>
              <a:ext uri="{FF2B5EF4-FFF2-40B4-BE49-F238E27FC236}">
                <a16:creationId xmlns:a16="http://schemas.microsoft.com/office/drawing/2014/main" id="{C37E77D6-8CD7-C022-D351-C3B568BAB1A3}"/>
              </a:ext>
            </a:extLst>
          </p:cNvPr>
          <p:cNvSpPr/>
          <p:nvPr/>
        </p:nvSpPr>
        <p:spPr>
          <a:xfrm>
            <a:off x="9587540" y="2394649"/>
            <a:ext cx="2051006" cy="10800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CANCELED</a:t>
            </a:r>
            <a:endParaRPr/>
          </a:p>
        </p:txBody>
      </p:sp>
      <p:pic>
        <p:nvPicPr>
          <p:cNvPr id="43" name="Google Shape;876;p3">
            <a:extLst>
              <a:ext uri="{FF2B5EF4-FFF2-40B4-BE49-F238E27FC236}">
                <a16:creationId xmlns:a16="http://schemas.microsoft.com/office/drawing/2014/main" id="{A0A2CA2D-7A0E-33FC-3084-A20E874FA9C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65422" y="2471933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877;p3">
            <a:extLst>
              <a:ext uri="{FF2B5EF4-FFF2-40B4-BE49-F238E27FC236}">
                <a16:creationId xmlns:a16="http://schemas.microsoft.com/office/drawing/2014/main" id="{B65DD7F6-787B-6A93-D4D3-5398FAA8C01E}"/>
              </a:ext>
            </a:extLst>
          </p:cNvPr>
          <p:cNvSpPr txBox="1"/>
          <p:nvPr/>
        </p:nvSpPr>
        <p:spPr>
          <a:xfrm>
            <a:off x="409072" y="1944821"/>
            <a:ext cx="37922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A6D4C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REQUESTED ITEMS OVERVIEW</a:t>
            </a:r>
            <a:endParaRPr/>
          </a:p>
        </p:txBody>
      </p:sp>
      <p:sp>
        <p:nvSpPr>
          <p:cNvPr id="40" name="Google Shape;878;p3">
            <a:extLst>
              <a:ext uri="{FF2B5EF4-FFF2-40B4-BE49-F238E27FC236}">
                <a16:creationId xmlns:a16="http://schemas.microsoft.com/office/drawing/2014/main" id="{8929116F-F995-9D51-17F2-AF63CB7AF7DF}"/>
              </a:ext>
            </a:extLst>
          </p:cNvPr>
          <p:cNvSpPr/>
          <p:nvPr/>
        </p:nvSpPr>
        <p:spPr>
          <a:xfrm>
            <a:off x="490039" y="2299638"/>
            <a:ext cx="11095200" cy="72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4" name="Google Shape;880;p3">
            <a:extLst>
              <a:ext uri="{FF2B5EF4-FFF2-40B4-BE49-F238E27FC236}">
                <a16:creationId xmlns:a16="http://schemas.microsoft.com/office/drawing/2014/main" id="{E5CC7A24-454A-D427-C61A-F767DAAFB56A}"/>
              </a:ext>
            </a:extLst>
          </p:cNvPr>
          <p:cNvSpPr txBox="1"/>
          <p:nvPr/>
        </p:nvSpPr>
        <p:spPr>
          <a:xfrm>
            <a:off x="416143" y="5002927"/>
            <a:ext cx="32023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rgbClr val="AABAD2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INCIDENTS OVERVIEW</a:t>
            </a:r>
            <a:endParaRPr/>
          </a:p>
        </p:txBody>
      </p:sp>
      <p:sp>
        <p:nvSpPr>
          <p:cNvPr id="73" name="Google Shape;882;p3">
            <a:extLst>
              <a:ext uri="{FF2B5EF4-FFF2-40B4-BE49-F238E27FC236}">
                <a16:creationId xmlns:a16="http://schemas.microsoft.com/office/drawing/2014/main" id="{D08B7A3E-A84F-EEB0-F050-7DB018B5E6EB}"/>
              </a:ext>
            </a:extLst>
          </p:cNvPr>
          <p:cNvSpPr/>
          <p:nvPr/>
        </p:nvSpPr>
        <p:spPr>
          <a:xfrm>
            <a:off x="2728491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IN PROGRESS</a:t>
            </a:r>
            <a:endParaRPr/>
          </a:p>
        </p:txBody>
      </p:sp>
      <p:pic>
        <p:nvPicPr>
          <p:cNvPr id="74" name="Google Shape;883;p3">
            <a:extLst>
              <a:ext uri="{FF2B5EF4-FFF2-40B4-BE49-F238E27FC236}">
                <a16:creationId xmlns:a16="http://schemas.microsoft.com/office/drawing/2014/main" id="{201545CE-1349-F8A2-8A0E-6A698F24A39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35264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886;p3">
            <a:extLst>
              <a:ext uri="{FF2B5EF4-FFF2-40B4-BE49-F238E27FC236}">
                <a16:creationId xmlns:a16="http://schemas.microsoft.com/office/drawing/2014/main" id="{78EAA2A3-B746-1896-BA85-6EA438CB0E77}"/>
              </a:ext>
            </a:extLst>
          </p:cNvPr>
          <p:cNvSpPr/>
          <p:nvPr/>
        </p:nvSpPr>
        <p:spPr>
          <a:xfrm>
            <a:off x="4989931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ON HOLD</a:t>
            </a:r>
            <a:endParaRPr/>
          </a:p>
        </p:txBody>
      </p:sp>
      <p:pic>
        <p:nvPicPr>
          <p:cNvPr id="72" name="Google Shape;888;p3">
            <a:extLst>
              <a:ext uri="{FF2B5EF4-FFF2-40B4-BE49-F238E27FC236}">
                <a16:creationId xmlns:a16="http://schemas.microsoft.com/office/drawing/2014/main" id="{BFBB9678-4389-538E-F353-A1180D75DD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63695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890;p3">
            <a:extLst>
              <a:ext uri="{FF2B5EF4-FFF2-40B4-BE49-F238E27FC236}">
                <a16:creationId xmlns:a16="http://schemas.microsoft.com/office/drawing/2014/main" id="{76F5D7F3-AFED-9F61-4910-430DFDBF5690}"/>
              </a:ext>
            </a:extLst>
          </p:cNvPr>
          <p:cNvSpPr/>
          <p:nvPr/>
        </p:nvSpPr>
        <p:spPr>
          <a:xfrm>
            <a:off x="7250954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CLOSED/ RESOLVED</a:t>
            </a:r>
            <a:endParaRPr/>
          </a:p>
        </p:txBody>
      </p:sp>
      <p:pic>
        <p:nvPicPr>
          <p:cNvPr id="69" name="Google Shape;892;p3">
            <a:extLst>
              <a:ext uri="{FF2B5EF4-FFF2-40B4-BE49-F238E27FC236}">
                <a16:creationId xmlns:a16="http://schemas.microsoft.com/office/drawing/2014/main" id="{A17ADE18-B744-7800-8FBC-970DB697A65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4718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894;p3">
            <a:extLst>
              <a:ext uri="{FF2B5EF4-FFF2-40B4-BE49-F238E27FC236}">
                <a16:creationId xmlns:a16="http://schemas.microsoft.com/office/drawing/2014/main" id="{6AC1382F-B75B-EAA9-EFB2-A0DFECBFB874}"/>
              </a:ext>
            </a:extLst>
          </p:cNvPr>
          <p:cNvSpPr/>
          <p:nvPr/>
        </p:nvSpPr>
        <p:spPr>
          <a:xfrm>
            <a:off x="490039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NEW</a:t>
            </a:r>
            <a:endParaRPr/>
          </a:p>
        </p:txBody>
      </p:sp>
      <p:pic>
        <p:nvPicPr>
          <p:cNvPr id="66" name="Google Shape;896;p3">
            <a:extLst>
              <a:ext uri="{FF2B5EF4-FFF2-40B4-BE49-F238E27FC236}">
                <a16:creationId xmlns:a16="http://schemas.microsoft.com/office/drawing/2014/main" id="{6D10970B-EADB-3CF7-268C-4BC28404ECB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9425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898;p3">
            <a:extLst>
              <a:ext uri="{FF2B5EF4-FFF2-40B4-BE49-F238E27FC236}">
                <a16:creationId xmlns:a16="http://schemas.microsoft.com/office/drawing/2014/main" id="{C3E738AE-D864-8783-CDE7-0DA59C86B5F5}"/>
              </a:ext>
            </a:extLst>
          </p:cNvPr>
          <p:cNvSpPr/>
          <p:nvPr/>
        </p:nvSpPr>
        <p:spPr>
          <a:xfrm>
            <a:off x="9594610" y="5444338"/>
            <a:ext cx="2051006" cy="10800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CANCELED</a:t>
            </a:r>
            <a:endParaRPr/>
          </a:p>
        </p:txBody>
      </p:sp>
      <p:pic>
        <p:nvPicPr>
          <p:cNvPr id="63" name="Google Shape;900;p3">
            <a:extLst>
              <a:ext uri="{FF2B5EF4-FFF2-40B4-BE49-F238E27FC236}">
                <a16:creationId xmlns:a16="http://schemas.microsoft.com/office/drawing/2014/main" id="{21B70F47-69D9-A938-41F4-FE4BC1369A5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72492" y="5521622"/>
            <a:ext cx="6480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901;p3">
            <a:extLst>
              <a:ext uri="{FF2B5EF4-FFF2-40B4-BE49-F238E27FC236}">
                <a16:creationId xmlns:a16="http://schemas.microsoft.com/office/drawing/2014/main" id="{6F29927C-F60D-AED8-7795-1CA3982291DA}"/>
              </a:ext>
            </a:extLst>
          </p:cNvPr>
          <p:cNvSpPr/>
          <p:nvPr/>
        </p:nvSpPr>
        <p:spPr>
          <a:xfrm>
            <a:off x="495069" y="5343712"/>
            <a:ext cx="11095097" cy="7200"/>
          </a:xfrm>
          <a:prstGeom prst="rect">
            <a:avLst/>
          </a:prstGeom>
          <a:solidFill>
            <a:srgbClr val="AABAD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7" name="Text Placeholder 76">
            <a:extLst>
              <a:ext uri="{FF2B5EF4-FFF2-40B4-BE49-F238E27FC236}">
                <a16:creationId xmlns:a16="http://schemas.microsoft.com/office/drawing/2014/main" id="{72BC64E1-0CAA-D4BD-50A4-940E0FE5B2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0653" y="2396521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2" name="Text Placeholder 76">
            <a:extLst>
              <a:ext uri="{FF2B5EF4-FFF2-40B4-BE49-F238E27FC236}">
                <a16:creationId xmlns:a16="http://schemas.microsoft.com/office/drawing/2014/main" id="{105C09B1-E70A-5BC2-0868-6E5CF745B8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68844" y="2407579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8" name="Text Placeholder 76">
            <a:extLst>
              <a:ext uri="{FF2B5EF4-FFF2-40B4-BE49-F238E27FC236}">
                <a16:creationId xmlns:a16="http://schemas.microsoft.com/office/drawing/2014/main" id="{6E541C20-1FB4-9777-660A-19ED4821BF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4200" y="2414650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0" name="Text Placeholder 76">
            <a:extLst>
              <a:ext uri="{FF2B5EF4-FFF2-40B4-BE49-F238E27FC236}">
                <a16:creationId xmlns:a16="http://schemas.microsoft.com/office/drawing/2014/main" id="{F8D64A4F-330C-3236-4C68-9BD3A64E8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76457" y="2398540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1" name="Text Placeholder 76">
            <a:extLst>
              <a:ext uri="{FF2B5EF4-FFF2-40B4-BE49-F238E27FC236}">
                <a16:creationId xmlns:a16="http://schemas.microsoft.com/office/drawing/2014/main" id="{36E7F249-C1F5-E467-0B25-486B5D7098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625070" y="2392688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2" name="Text Placeholder 76">
            <a:extLst>
              <a:ext uri="{FF2B5EF4-FFF2-40B4-BE49-F238E27FC236}">
                <a16:creationId xmlns:a16="http://schemas.microsoft.com/office/drawing/2014/main" id="{F8012B1D-DCBD-115B-698B-5C68A3E610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75845" y="3948569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3" name="Text Placeholder 76">
            <a:extLst>
              <a:ext uri="{FF2B5EF4-FFF2-40B4-BE49-F238E27FC236}">
                <a16:creationId xmlns:a16="http://schemas.microsoft.com/office/drawing/2014/main" id="{7146F86C-AA6F-8D12-E1E3-C4A73430FF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96320" y="3938455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14" name="Text Placeholder 76">
            <a:extLst>
              <a:ext uri="{FF2B5EF4-FFF2-40B4-BE49-F238E27FC236}">
                <a16:creationId xmlns:a16="http://schemas.microsoft.com/office/drawing/2014/main" id="{9C19439C-3A04-4B41-991C-333F224606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06664" y="3938455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1" name="Text Placeholder 76">
            <a:extLst>
              <a:ext uri="{FF2B5EF4-FFF2-40B4-BE49-F238E27FC236}">
                <a16:creationId xmlns:a16="http://schemas.microsoft.com/office/drawing/2014/main" id="{59612961-CA4E-D3D9-A936-B7A7A629F9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30770" y="3919493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4" name="Text Placeholder 76">
            <a:extLst>
              <a:ext uri="{FF2B5EF4-FFF2-40B4-BE49-F238E27FC236}">
                <a16:creationId xmlns:a16="http://schemas.microsoft.com/office/drawing/2014/main" id="{D9EA8194-17F9-7CBC-EC7C-1EB35A586A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663821" y="3927781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5" name="Text Placeholder 76">
            <a:extLst>
              <a:ext uri="{FF2B5EF4-FFF2-40B4-BE49-F238E27FC236}">
                <a16:creationId xmlns:a16="http://schemas.microsoft.com/office/drawing/2014/main" id="{B5FEA168-16D3-D2BA-4B46-D1F0524845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39031" y="5444338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6" name="Text Placeholder 76">
            <a:extLst>
              <a:ext uri="{FF2B5EF4-FFF2-40B4-BE49-F238E27FC236}">
                <a16:creationId xmlns:a16="http://schemas.microsoft.com/office/drawing/2014/main" id="{6B7B8856-1FB2-AC49-69D7-53645CBCFF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46924" y="5444338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7" name="Text Placeholder 76">
            <a:extLst>
              <a:ext uri="{FF2B5EF4-FFF2-40B4-BE49-F238E27FC236}">
                <a16:creationId xmlns:a16="http://schemas.microsoft.com/office/drawing/2014/main" id="{4D020A02-82E9-E1A8-4134-8C2017237D0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37639" y="5456100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38" name="Text Placeholder 76">
            <a:extLst>
              <a:ext uri="{FF2B5EF4-FFF2-40B4-BE49-F238E27FC236}">
                <a16:creationId xmlns:a16="http://schemas.microsoft.com/office/drawing/2014/main" id="{ECFBB6AF-866B-97EB-AA7B-4C1053DF7BF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28354" y="5467862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  <p:sp>
        <p:nvSpPr>
          <p:cNvPr id="42" name="Text Placeholder 76">
            <a:extLst>
              <a:ext uri="{FF2B5EF4-FFF2-40B4-BE49-F238E27FC236}">
                <a16:creationId xmlns:a16="http://schemas.microsoft.com/office/drawing/2014/main" id="{6021BEBF-EDE0-D167-6778-1C8C758ADE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619069" y="5479624"/>
            <a:ext cx="974725" cy="912812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lang="en-US" sz="60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Arial"/>
              </a:defRPr>
            </a:lvl1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 dirty="0"/>
              <a:t>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88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A020E-D975-484E-35D8-636B1FA933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D1D8B-7893-7E0F-D639-DBC34781B4A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59855-614D-5FDF-86C1-3F2966C770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10" name="Google Shape;914;p4">
            <a:extLst>
              <a:ext uri="{FF2B5EF4-FFF2-40B4-BE49-F238E27FC236}">
                <a16:creationId xmlns:a16="http://schemas.microsoft.com/office/drawing/2014/main" id="{B3786BA6-5EF5-153A-1489-D2FD0B8C0750}"/>
              </a:ext>
            </a:extLst>
          </p:cNvPr>
          <p:cNvSpPr/>
          <p:nvPr/>
        </p:nvSpPr>
        <p:spPr>
          <a:xfrm>
            <a:off x="6356809" y="2150236"/>
            <a:ext cx="5284329" cy="392629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" name="Google Shape;915;p4">
            <a:extLst>
              <a:ext uri="{FF2B5EF4-FFF2-40B4-BE49-F238E27FC236}">
                <a16:creationId xmlns:a16="http://schemas.microsoft.com/office/drawing/2014/main" id="{BE11B209-627F-327C-46B3-06312EF7F093}"/>
              </a:ext>
            </a:extLst>
          </p:cNvPr>
          <p:cNvSpPr/>
          <p:nvPr/>
        </p:nvSpPr>
        <p:spPr>
          <a:xfrm>
            <a:off x="6838973" y="2029953"/>
            <a:ext cx="4320000" cy="2414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chemeClr val="bg1"/>
                </a:solidFill>
              </a:rPr>
              <a:t>Open Tickets Distribution by type</a:t>
            </a:r>
            <a:endParaRPr sz="1200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9976BFE-1C17-6484-B108-C1B0C7FD2EBE}"/>
              </a:ext>
            </a:extLst>
          </p:cNvPr>
          <p:cNvGrpSpPr/>
          <p:nvPr userDrawn="1"/>
        </p:nvGrpSpPr>
        <p:grpSpPr>
          <a:xfrm>
            <a:off x="684100" y="2029954"/>
            <a:ext cx="5284329" cy="4046576"/>
            <a:chOff x="684100" y="2029954"/>
            <a:chExt cx="5284329" cy="4046576"/>
          </a:xfrm>
        </p:grpSpPr>
        <p:sp>
          <p:nvSpPr>
            <p:cNvPr id="15" name="Google Shape;919;p4">
              <a:extLst>
                <a:ext uri="{FF2B5EF4-FFF2-40B4-BE49-F238E27FC236}">
                  <a16:creationId xmlns:a16="http://schemas.microsoft.com/office/drawing/2014/main" id="{950ACAC3-766E-BC41-239C-B2CC5373CCB2}"/>
                </a:ext>
              </a:extLst>
            </p:cNvPr>
            <p:cNvSpPr/>
            <p:nvPr userDrawn="1"/>
          </p:nvSpPr>
          <p:spPr>
            <a:xfrm>
              <a:off x="684100" y="2150237"/>
              <a:ext cx="5284329" cy="3926293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" name="Google Shape;920;p4">
              <a:extLst>
                <a:ext uri="{FF2B5EF4-FFF2-40B4-BE49-F238E27FC236}">
                  <a16:creationId xmlns:a16="http://schemas.microsoft.com/office/drawing/2014/main" id="{8CFC1C9C-1296-360A-DD26-7AF772203027}"/>
                </a:ext>
              </a:extLst>
            </p:cNvPr>
            <p:cNvSpPr/>
            <p:nvPr userDrawn="1"/>
          </p:nvSpPr>
          <p:spPr>
            <a:xfrm>
              <a:off x="1166264" y="2029954"/>
              <a:ext cx="4320000" cy="2414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 dirty="0">
                  <a:solidFill>
                    <a:schemeClr val="bg1"/>
                  </a:solidFill>
                </a:rPr>
                <a:t>Open Tickets Distribution by month</a:t>
              </a:r>
              <a:endParaRPr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011DAF66-9E86-23FF-3305-A00B5D936E2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74700" y="2311400"/>
            <a:ext cx="5114925" cy="36909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08EF4B0B-0A76-2DAF-BD85-B578B31AAD24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451600" y="2311400"/>
            <a:ext cx="5056188" cy="36909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Google Shape;911;p4">
            <a:extLst>
              <a:ext uri="{FF2B5EF4-FFF2-40B4-BE49-F238E27FC236}">
                <a16:creationId xmlns:a16="http://schemas.microsoft.com/office/drawing/2014/main" id="{5578ABE4-9A92-0834-501D-19CB391A87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03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30EDD0C-49F2-94BB-1268-BFC8AD23AC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0863" y="1444803"/>
            <a:ext cx="11090275" cy="3302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1pPr>
            <a:lvl2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2963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A020E-D975-484E-35D8-636B1FA933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D1D8B-7893-7E0F-D639-DBC34781B4A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59855-614D-5FDF-86C1-3F2966C770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10" name="Google Shape;914;p4">
            <a:extLst>
              <a:ext uri="{FF2B5EF4-FFF2-40B4-BE49-F238E27FC236}">
                <a16:creationId xmlns:a16="http://schemas.microsoft.com/office/drawing/2014/main" id="{B3786BA6-5EF5-153A-1489-D2FD0B8C0750}"/>
              </a:ext>
            </a:extLst>
          </p:cNvPr>
          <p:cNvSpPr/>
          <p:nvPr/>
        </p:nvSpPr>
        <p:spPr>
          <a:xfrm>
            <a:off x="6356809" y="2150236"/>
            <a:ext cx="5284329" cy="392629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" name="Google Shape;915;p4">
            <a:extLst>
              <a:ext uri="{FF2B5EF4-FFF2-40B4-BE49-F238E27FC236}">
                <a16:creationId xmlns:a16="http://schemas.microsoft.com/office/drawing/2014/main" id="{BE11B209-627F-327C-46B3-06312EF7F093}"/>
              </a:ext>
            </a:extLst>
          </p:cNvPr>
          <p:cNvSpPr/>
          <p:nvPr/>
        </p:nvSpPr>
        <p:spPr>
          <a:xfrm>
            <a:off x="6838973" y="2029953"/>
            <a:ext cx="4320000" cy="2414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chemeClr val="bg1"/>
                </a:solidFill>
              </a:rPr>
              <a:t>Incidents Created by RCS – Network Operations</a:t>
            </a:r>
            <a:endParaRPr sz="1200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9976BFE-1C17-6484-B108-C1B0C7FD2EBE}"/>
              </a:ext>
            </a:extLst>
          </p:cNvPr>
          <p:cNvGrpSpPr/>
          <p:nvPr userDrawn="1"/>
        </p:nvGrpSpPr>
        <p:grpSpPr>
          <a:xfrm>
            <a:off x="684100" y="2029954"/>
            <a:ext cx="5284329" cy="4046576"/>
            <a:chOff x="684100" y="2029954"/>
            <a:chExt cx="5284329" cy="4046576"/>
          </a:xfrm>
        </p:grpSpPr>
        <p:sp>
          <p:nvSpPr>
            <p:cNvPr id="15" name="Google Shape;919;p4">
              <a:extLst>
                <a:ext uri="{FF2B5EF4-FFF2-40B4-BE49-F238E27FC236}">
                  <a16:creationId xmlns:a16="http://schemas.microsoft.com/office/drawing/2014/main" id="{950ACAC3-766E-BC41-239C-B2CC5373CCB2}"/>
                </a:ext>
              </a:extLst>
            </p:cNvPr>
            <p:cNvSpPr/>
            <p:nvPr userDrawn="1"/>
          </p:nvSpPr>
          <p:spPr>
            <a:xfrm>
              <a:off x="684100" y="2150237"/>
              <a:ext cx="5284329" cy="3926293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" name="Google Shape;920;p4">
              <a:extLst>
                <a:ext uri="{FF2B5EF4-FFF2-40B4-BE49-F238E27FC236}">
                  <a16:creationId xmlns:a16="http://schemas.microsoft.com/office/drawing/2014/main" id="{8CFC1C9C-1296-360A-DD26-7AF772203027}"/>
                </a:ext>
              </a:extLst>
            </p:cNvPr>
            <p:cNvSpPr/>
            <p:nvPr userDrawn="1"/>
          </p:nvSpPr>
          <p:spPr>
            <a:xfrm>
              <a:off x="1166264" y="2029954"/>
              <a:ext cx="4320000" cy="2414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 dirty="0">
                  <a:solidFill>
                    <a:schemeClr val="bg1"/>
                  </a:solidFill>
                </a:rPr>
                <a:t>Open Incidents Priority Overview</a:t>
              </a:r>
              <a:endParaRPr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011DAF66-9E86-23FF-3305-A00B5D936E2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74700" y="2311400"/>
            <a:ext cx="5114925" cy="36909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Chart Placeholder 12">
            <a:extLst>
              <a:ext uri="{FF2B5EF4-FFF2-40B4-BE49-F238E27FC236}">
                <a16:creationId xmlns:a16="http://schemas.microsoft.com/office/drawing/2014/main" id="{08EF4B0B-0A76-2DAF-BD85-B578B31AAD24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451600" y="2311400"/>
            <a:ext cx="5056188" cy="36909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Google Shape;950;p6">
            <a:extLst>
              <a:ext uri="{FF2B5EF4-FFF2-40B4-BE49-F238E27FC236}">
                <a16:creationId xmlns:a16="http://schemas.microsoft.com/office/drawing/2014/main" id="{E55FDBC2-8A88-64B8-8483-A10BB677F2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04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E8609FC-293F-B812-9439-955A1E8D08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0863" y="1451250"/>
            <a:ext cx="11090274" cy="45085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1pPr>
            <a:lvl2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8660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Content" userDrawn="1">
  <p:cSld name="Title, Subtitle &amp; Conte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2" hasCustomPrompt="1"/>
          </p:nvPr>
        </p:nvSpPr>
        <p:spPr>
          <a:xfrm>
            <a:off x="550863" y="813622"/>
            <a:ext cx="11090275" cy="417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pt-PT" dirty="0"/>
              <a:t>05 | Network Operations – KPIs</a:t>
            </a:r>
            <a:endParaRPr dirty="0"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title" hasCustomPrompt="1"/>
          </p:nvPr>
        </p:nvSpPr>
        <p:spPr>
          <a:xfrm>
            <a:off x="550864" y="1295641"/>
            <a:ext cx="11090274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tabLst/>
              <a:defRPr/>
            </a:pPr>
            <a:r>
              <a:rPr lang="en-US" dirty="0"/>
              <a:t>Resolution times are consistently being met, ensuring timely and efficient handling of incidents.</a:t>
            </a:r>
            <a:br>
              <a:rPr lang="en-US" dirty="0"/>
            </a:br>
            <a:endParaRPr dirty="0"/>
          </a:p>
        </p:txBody>
      </p:sp>
      <p:sp>
        <p:nvSpPr>
          <p:cNvPr id="78" name="Google Shape;78;p19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2C88A5-3480-A8D6-AEED-093C4E61243C}"/>
              </a:ext>
            </a:extLst>
          </p:cNvPr>
          <p:cNvGrpSpPr/>
          <p:nvPr userDrawn="1"/>
        </p:nvGrpSpPr>
        <p:grpSpPr>
          <a:xfrm>
            <a:off x="511010" y="2131928"/>
            <a:ext cx="11449028" cy="3888280"/>
            <a:chOff x="878852" y="2090095"/>
            <a:chExt cx="10047317" cy="404657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BBEFEC-4F90-BE7A-0CFB-CCF9A59F4423}"/>
                </a:ext>
              </a:extLst>
            </p:cNvPr>
            <p:cNvGrpSpPr/>
            <p:nvPr userDrawn="1"/>
          </p:nvGrpSpPr>
          <p:grpSpPr>
            <a:xfrm>
              <a:off x="7859039" y="2090095"/>
              <a:ext cx="3067130" cy="4046576"/>
              <a:chOff x="815857" y="2029954"/>
              <a:chExt cx="5015256" cy="4046576"/>
            </a:xfrm>
          </p:grpSpPr>
          <p:sp>
            <p:nvSpPr>
              <p:cNvPr id="5" name="Google Shape;919;p4">
                <a:extLst>
                  <a:ext uri="{FF2B5EF4-FFF2-40B4-BE49-F238E27FC236}">
                    <a16:creationId xmlns:a16="http://schemas.microsoft.com/office/drawing/2014/main" id="{FE37FBAE-E592-9813-CBF1-F2AAC7F3C1D9}"/>
                  </a:ext>
                </a:extLst>
              </p:cNvPr>
              <p:cNvSpPr/>
              <p:nvPr userDrawn="1"/>
            </p:nvSpPr>
            <p:spPr>
              <a:xfrm>
                <a:off x="815857" y="2150237"/>
                <a:ext cx="5015256" cy="3926293"/>
              </a:xfrm>
              <a:prstGeom prst="rect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6" name="Google Shape;920;p4">
                <a:extLst>
                  <a:ext uri="{FF2B5EF4-FFF2-40B4-BE49-F238E27FC236}">
                    <a16:creationId xmlns:a16="http://schemas.microsoft.com/office/drawing/2014/main" id="{2C3D6662-B172-E2C3-14B4-0E693DA993DB}"/>
                  </a:ext>
                </a:extLst>
              </p:cNvPr>
              <p:cNvSpPr/>
              <p:nvPr userDrawn="1"/>
            </p:nvSpPr>
            <p:spPr>
              <a:xfrm>
                <a:off x="1166264" y="2029954"/>
                <a:ext cx="4320000" cy="24141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0000" rIns="91425" bIns="90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dirty="0">
                    <a:solidFill>
                      <a:schemeClr val="bg1"/>
                    </a:solidFill>
                  </a:rPr>
                  <a:t>Longest Incident Resolution Time</a:t>
                </a:r>
                <a:endParaRPr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CBFE7F7-2601-E799-EF46-CD69CD712BE8}"/>
                </a:ext>
              </a:extLst>
            </p:cNvPr>
            <p:cNvGrpSpPr/>
            <p:nvPr userDrawn="1"/>
          </p:nvGrpSpPr>
          <p:grpSpPr>
            <a:xfrm>
              <a:off x="4271690" y="2090095"/>
              <a:ext cx="3231684" cy="4046576"/>
              <a:chOff x="684100" y="2029954"/>
              <a:chExt cx="5284329" cy="4046576"/>
            </a:xfrm>
          </p:grpSpPr>
          <p:sp>
            <p:nvSpPr>
              <p:cNvPr id="8" name="Google Shape;919;p4">
                <a:extLst>
                  <a:ext uri="{FF2B5EF4-FFF2-40B4-BE49-F238E27FC236}">
                    <a16:creationId xmlns:a16="http://schemas.microsoft.com/office/drawing/2014/main" id="{23F1B505-516C-07D9-3B23-113C95C7779D}"/>
                  </a:ext>
                </a:extLst>
              </p:cNvPr>
              <p:cNvSpPr/>
              <p:nvPr userDrawn="1"/>
            </p:nvSpPr>
            <p:spPr>
              <a:xfrm>
                <a:off x="684100" y="2150237"/>
                <a:ext cx="5284329" cy="3926293"/>
              </a:xfrm>
              <a:prstGeom prst="rect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9" name="Google Shape;920;p4">
                <a:extLst>
                  <a:ext uri="{FF2B5EF4-FFF2-40B4-BE49-F238E27FC236}">
                    <a16:creationId xmlns:a16="http://schemas.microsoft.com/office/drawing/2014/main" id="{71CB042A-819A-DD94-E291-3F0444B2FD37}"/>
                  </a:ext>
                </a:extLst>
              </p:cNvPr>
              <p:cNvSpPr/>
              <p:nvPr userDrawn="1"/>
            </p:nvSpPr>
            <p:spPr>
              <a:xfrm>
                <a:off x="1166264" y="2029954"/>
                <a:ext cx="4320000" cy="24141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0000" rIns="91425" bIns="90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dirty="0">
                    <a:solidFill>
                      <a:schemeClr val="bg1"/>
                    </a:solidFill>
                  </a:rPr>
                  <a:t>Average Resolution Time </a:t>
                </a:r>
                <a:endParaRPr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E521BEF-1A5B-A35C-1F0E-F2BA2420F2B6}"/>
                </a:ext>
              </a:extLst>
            </p:cNvPr>
            <p:cNvGrpSpPr/>
            <p:nvPr userDrawn="1"/>
          </p:nvGrpSpPr>
          <p:grpSpPr>
            <a:xfrm>
              <a:off x="878852" y="2090095"/>
              <a:ext cx="3015391" cy="4046576"/>
              <a:chOff x="870399" y="2029954"/>
              <a:chExt cx="4930655" cy="4046576"/>
            </a:xfrm>
          </p:grpSpPr>
          <p:sp>
            <p:nvSpPr>
              <p:cNvPr id="11" name="Google Shape;919;p4">
                <a:extLst>
                  <a:ext uri="{FF2B5EF4-FFF2-40B4-BE49-F238E27FC236}">
                    <a16:creationId xmlns:a16="http://schemas.microsoft.com/office/drawing/2014/main" id="{6C0C1C56-21AD-DC70-9116-1A0BC0006023}"/>
                  </a:ext>
                </a:extLst>
              </p:cNvPr>
              <p:cNvSpPr/>
              <p:nvPr userDrawn="1"/>
            </p:nvSpPr>
            <p:spPr>
              <a:xfrm>
                <a:off x="870399" y="2150237"/>
                <a:ext cx="4930655" cy="3926293"/>
              </a:xfrm>
              <a:prstGeom prst="rect">
                <a:avLst/>
              </a:prstGeom>
              <a:noFill/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2" name="Google Shape;920;p4">
                <a:extLst>
                  <a:ext uri="{FF2B5EF4-FFF2-40B4-BE49-F238E27FC236}">
                    <a16:creationId xmlns:a16="http://schemas.microsoft.com/office/drawing/2014/main" id="{98EDC29C-9986-487E-543E-6FAAE8E3A270}"/>
                  </a:ext>
                </a:extLst>
              </p:cNvPr>
              <p:cNvSpPr/>
              <p:nvPr userDrawn="1"/>
            </p:nvSpPr>
            <p:spPr>
              <a:xfrm>
                <a:off x="1166264" y="2029954"/>
                <a:ext cx="4320000" cy="24141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0000" rIns="91425" bIns="900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dirty="0">
                    <a:solidFill>
                      <a:schemeClr val="bg1"/>
                    </a:solidFill>
                  </a:rPr>
                  <a:t>Shortest Incident Resolution Time</a:t>
                </a:r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5" name="Chart Placeholder 14">
            <a:extLst>
              <a:ext uri="{FF2B5EF4-FFF2-40B4-BE49-F238E27FC236}">
                <a16:creationId xmlns:a16="http://schemas.microsoft.com/office/drawing/2014/main" id="{3940BB74-7B8F-9CD8-EE7A-CDD9B6DF0CC9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454194" y="2363900"/>
            <a:ext cx="3545404" cy="360521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6" name="Chart Placeholder 14">
            <a:extLst>
              <a:ext uri="{FF2B5EF4-FFF2-40B4-BE49-F238E27FC236}">
                <a16:creationId xmlns:a16="http://schemas.microsoft.com/office/drawing/2014/main" id="{9CADEE7D-E77F-4E3F-064A-AE6826C3683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50862" y="2372505"/>
            <a:ext cx="3353885" cy="360521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7" name="Chart Placeholder 14">
            <a:extLst>
              <a:ext uri="{FF2B5EF4-FFF2-40B4-BE49-F238E27FC236}">
                <a16:creationId xmlns:a16="http://schemas.microsoft.com/office/drawing/2014/main" id="{A0478C44-41AB-3964-0CAF-CBDC01E22B92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8519653" y="2363900"/>
            <a:ext cx="3385742" cy="360521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91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04617-C1E0-0ED7-86E0-0E4BA6154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74729-C680-14D9-611D-E003949781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829EFD-FB3E-C43E-5448-BD5BD1E0EA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D19E6-0F52-F4CF-C924-CA3A947623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17428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74729-C680-14D9-611D-E003949781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829EFD-FB3E-C43E-5448-BD5BD1E0EA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D19E6-0F52-F4CF-C924-CA3A947623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230F1A5-E9B5-0446-02BF-80F12705F2BD}"/>
              </a:ext>
            </a:extLst>
          </p:cNvPr>
          <p:cNvSpPr txBox="1">
            <a:spLocks/>
          </p:cNvSpPr>
          <p:nvPr userDrawn="1"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9" name="Chart Placeholder 14">
            <a:extLst>
              <a:ext uri="{FF2B5EF4-FFF2-40B4-BE49-F238E27FC236}">
                <a16:creationId xmlns:a16="http://schemas.microsoft.com/office/drawing/2014/main" id="{B4D8CBCA-4968-DAD7-9C46-B8C51A026E99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02926" y="2416332"/>
            <a:ext cx="3511872" cy="34957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Google Shape;1068;p10">
            <a:extLst>
              <a:ext uri="{FF2B5EF4-FFF2-40B4-BE49-F238E27FC236}">
                <a16:creationId xmlns:a16="http://schemas.microsoft.com/office/drawing/2014/main" id="{530FEADF-27A0-6CA8-83EC-EC7ED13EEED8}"/>
              </a:ext>
            </a:extLst>
          </p:cNvPr>
          <p:cNvSpPr/>
          <p:nvPr userDrawn="1"/>
        </p:nvSpPr>
        <p:spPr>
          <a:xfrm>
            <a:off x="288397" y="2257450"/>
            <a:ext cx="4214574" cy="3807105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" name="Google Shape;1069;p10">
            <a:extLst>
              <a:ext uri="{FF2B5EF4-FFF2-40B4-BE49-F238E27FC236}">
                <a16:creationId xmlns:a16="http://schemas.microsoft.com/office/drawing/2014/main" id="{6319636C-DE17-F140-3F84-1A32CE3FFF79}"/>
              </a:ext>
            </a:extLst>
          </p:cNvPr>
          <p:cNvSpPr/>
          <p:nvPr userDrawn="1"/>
        </p:nvSpPr>
        <p:spPr>
          <a:xfrm>
            <a:off x="347566" y="2123614"/>
            <a:ext cx="4100721" cy="21646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Longest Incident Resolution Time</a:t>
            </a:r>
            <a:endParaRPr dirty="0"/>
          </a:p>
        </p:txBody>
      </p:sp>
      <p:sp>
        <p:nvSpPr>
          <p:cNvPr id="12" name="Google Shape;1032;p9">
            <a:extLst>
              <a:ext uri="{FF2B5EF4-FFF2-40B4-BE49-F238E27FC236}">
                <a16:creationId xmlns:a16="http://schemas.microsoft.com/office/drawing/2014/main" id="{D808C109-BE7F-8B38-8B8B-2025ABE2E5AC}"/>
              </a:ext>
            </a:extLst>
          </p:cNvPr>
          <p:cNvSpPr/>
          <p:nvPr userDrawn="1"/>
        </p:nvSpPr>
        <p:spPr>
          <a:xfrm>
            <a:off x="4761614" y="2260034"/>
            <a:ext cx="7327631" cy="2512165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3" name="Google Shape;1033;p9">
            <a:extLst>
              <a:ext uri="{FF2B5EF4-FFF2-40B4-BE49-F238E27FC236}">
                <a16:creationId xmlns:a16="http://schemas.microsoft.com/office/drawing/2014/main" id="{E2FEE259-545E-6085-8D4A-44C68698779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5352832" y="2587916"/>
            <a:ext cx="6186119" cy="1944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034;p9">
            <a:extLst>
              <a:ext uri="{FF2B5EF4-FFF2-40B4-BE49-F238E27FC236}">
                <a16:creationId xmlns:a16="http://schemas.microsoft.com/office/drawing/2014/main" id="{96ABA718-5BF2-274E-6F37-391816B45B9E}"/>
              </a:ext>
            </a:extLst>
          </p:cNvPr>
          <p:cNvGrpSpPr/>
          <p:nvPr userDrawn="1"/>
        </p:nvGrpSpPr>
        <p:grpSpPr>
          <a:xfrm>
            <a:off x="10729050" y="2269487"/>
            <a:ext cx="1361987" cy="474696"/>
            <a:chOff x="5222595" y="2731460"/>
            <a:chExt cx="1378928" cy="436284"/>
          </a:xfrm>
        </p:grpSpPr>
        <p:sp>
          <p:nvSpPr>
            <p:cNvPr id="15" name="Google Shape;1035;p9">
              <a:extLst>
                <a:ext uri="{FF2B5EF4-FFF2-40B4-BE49-F238E27FC236}">
                  <a16:creationId xmlns:a16="http://schemas.microsoft.com/office/drawing/2014/main" id="{26383E3F-72EC-D995-CB5A-3A9592F92361}"/>
                </a:ext>
              </a:extLst>
            </p:cNvPr>
            <p:cNvSpPr/>
            <p:nvPr/>
          </p:nvSpPr>
          <p:spPr>
            <a:xfrm>
              <a:off x="5222595" y="2731460"/>
              <a:ext cx="1373354" cy="4362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" name="Google Shape;1036;p9">
              <a:extLst>
                <a:ext uri="{FF2B5EF4-FFF2-40B4-BE49-F238E27FC236}">
                  <a16:creationId xmlns:a16="http://schemas.microsoft.com/office/drawing/2014/main" id="{03247837-C705-67E9-67FA-F7E2402088BD}"/>
                </a:ext>
              </a:extLst>
            </p:cNvPr>
            <p:cNvSpPr txBox="1"/>
            <p:nvPr/>
          </p:nvSpPr>
          <p:spPr>
            <a:xfrm>
              <a:off x="5646908" y="2811104"/>
              <a:ext cx="954615" cy="2545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INC0169571</a:t>
              </a:r>
              <a:endParaRPr/>
            </a:p>
          </p:txBody>
        </p:sp>
        <p:pic>
          <p:nvPicPr>
            <p:cNvPr id="17" name="Google Shape;1037;p9">
              <a:extLst>
                <a:ext uri="{FF2B5EF4-FFF2-40B4-BE49-F238E27FC236}">
                  <a16:creationId xmlns:a16="http://schemas.microsoft.com/office/drawing/2014/main" id="{11DF8F34-D25F-97AB-05A1-8EFCDB1312F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283023" y="2771000"/>
              <a:ext cx="357204" cy="3572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" name="Google Shape;1038;p9">
            <a:extLst>
              <a:ext uri="{FF2B5EF4-FFF2-40B4-BE49-F238E27FC236}">
                <a16:creationId xmlns:a16="http://schemas.microsoft.com/office/drawing/2014/main" id="{7C14D0E1-4187-326C-5BE2-F082866A2476}"/>
              </a:ext>
            </a:extLst>
          </p:cNvPr>
          <p:cNvSpPr/>
          <p:nvPr userDrawn="1"/>
        </p:nvSpPr>
        <p:spPr>
          <a:xfrm>
            <a:off x="5117234" y="4955685"/>
            <a:ext cx="6991860" cy="1231067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432000" tIns="45700" rIns="90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i="0" u="none" strike="noStrike" cap="none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rPr>
              <a:t>SLA Mitigations</a:t>
            </a:r>
            <a:endParaRPr sz="1200" b="1">
              <a:solidFill>
                <a:srgbClr val="001F47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The following ticket was excluded from calculating SLA trends:</a:t>
            </a:r>
            <a:endParaRPr sz="1100" b="1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pt-PT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INC0169571:</a:t>
            </a:r>
            <a:r>
              <a:rPr lang="pt-PT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Majority of “Full Resolution” time on “LOCAL IT CMM”</a:t>
            </a:r>
            <a:endParaRPr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pt-PT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INC0170558: </a:t>
            </a:r>
            <a:r>
              <a:rPr lang="pt-PT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Majority of “Full Resolution” time on “Client Operations”</a:t>
            </a:r>
            <a:endParaRPr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pt-PT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INC0170346: </a:t>
            </a:r>
            <a:r>
              <a:rPr lang="pt-PT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Majority of “Full Resolution” time on “Local IT IBT”</a:t>
            </a:r>
            <a:endParaRPr/>
          </a:p>
        </p:txBody>
      </p:sp>
      <p:grpSp>
        <p:nvGrpSpPr>
          <p:cNvPr id="19" name="Google Shape;1039;p9">
            <a:extLst>
              <a:ext uri="{FF2B5EF4-FFF2-40B4-BE49-F238E27FC236}">
                <a16:creationId xmlns:a16="http://schemas.microsoft.com/office/drawing/2014/main" id="{08A6C00B-415C-454F-45F0-BB5C17FB515E}"/>
              </a:ext>
            </a:extLst>
          </p:cNvPr>
          <p:cNvGrpSpPr/>
          <p:nvPr userDrawn="1"/>
        </p:nvGrpSpPr>
        <p:grpSpPr>
          <a:xfrm>
            <a:off x="4781463" y="5242946"/>
            <a:ext cx="656542" cy="656544"/>
            <a:chOff x="4329879" y="5252483"/>
            <a:chExt cx="439198" cy="439200"/>
          </a:xfrm>
        </p:grpSpPr>
        <p:sp>
          <p:nvSpPr>
            <p:cNvPr id="20" name="Google Shape;1040;p9">
              <a:extLst>
                <a:ext uri="{FF2B5EF4-FFF2-40B4-BE49-F238E27FC236}">
                  <a16:creationId xmlns:a16="http://schemas.microsoft.com/office/drawing/2014/main" id="{0287988D-AE0A-ECA9-9B14-C0FFAC0BC9F5}"/>
                </a:ext>
              </a:extLst>
            </p:cNvPr>
            <p:cNvSpPr/>
            <p:nvPr/>
          </p:nvSpPr>
          <p:spPr>
            <a:xfrm>
              <a:off x="4330178" y="5252642"/>
              <a:ext cx="438600" cy="43888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" name="Google Shape;1041;p9">
              <a:extLst>
                <a:ext uri="{FF2B5EF4-FFF2-40B4-BE49-F238E27FC236}">
                  <a16:creationId xmlns:a16="http://schemas.microsoft.com/office/drawing/2014/main" id="{CC6C1FC9-4EFA-0E73-7BB5-D5B7E9CC2453}"/>
                </a:ext>
              </a:extLst>
            </p:cNvPr>
            <p:cNvGrpSpPr/>
            <p:nvPr/>
          </p:nvGrpSpPr>
          <p:grpSpPr>
            <a:xfrm>
              <a:off x="4329879" y="5252483"/>
              <a:ext cx="439198" cy="439200"/>
              <a:chOff x="3476" y="2032"/>
              <a:chExt cx="340" cy="340"/>
            </a:xfrm>
          </p:grpSpPr>
          <p:sp>
            <p:nvSpPr>
              <p:cNvPr id="22" name="Google Shape;1042;p9">
                <a:extLst>
                  <a:ext uri="{FF2B5EF4-FFF2-40B4-BE49-F238E27FC236}">
                    <a16:creationId xmlns:a16="http://schemas.microsoft.com/office/drawing/2014/main" id="{1BEB4C77-F501-7F1B-072E-93B51DD11622}"/>
                  </a:ext>
                </a:extLst>
              </p:cNvPr>
              <p:cNvSpPr/>
              <p:nvPr/>
            </p:nvSpPr>
            <p:spPr>
              <a:xfrm>
                <a:off x="3625" y="2266"/>
                <a:ext cx="42" cy="42"/>
              </a:xfrm>
              <a:custGeom>
                <a:avLst/>
                <a:gdLst/>
                <a:ahLst/>
                <a:cxnLst/>
                <a:rect l="l" t="t" r="r" b="b"/>
                <a:pathLst>
                  <a:path w="64" h="64" extrusionOk="0">
                    <a:moveTo>
                      <a:pt x="32" y="0"/>
                    </a:moveTo>
                    <a:cubicBezTo>
                      <a:pt x="14" y="0"/>
                      <a:pt x="0" y="14"/>
                      <a:pt x="0" y="32"/>
                    </a:cubicBezTo>
                    <a:cubicBezTo>
                      <a:pt x="0" y="49"/>
                      <a:pt x="14" y="64"/>
                      <a:pt x="32" y="64"/>
                    </a:cubicBezTo>
                    <a:cubicBezTo>
                      <a:pt x="49" y="64"/>
                      <a:pt x="64" y="49"/>
                      <a:pt x="64" y="32"/>
                    </a:cubicBezTo>
                    <a:cubicBezTo>
                      <a:pt x="64" y="14"/>
                      <a:pt x="49" y="0"/>
                      <a:pt x="32" y="0"/>
                    </a:cubicBezTo>
                    <a:close/>
                    <a:moveTo>
                      <a:pt x="32" y="42"/>
                    </a:moveTo>
                    <a:cubicBezTo>
                      <a:pt x="26" y="42"/>
                      <a:pt x="21" y="38"/>
                      <a:pt x="21" y="32"/>
                    </a:cubicBezTo>
                    <a:cubicBezTo>
                      <a:pt x="21" y="26"/>
                      <a:pt x="26" y="21"/>
                      <a:pt x="32" y="21"/>
                    </a:cubicBezTo>
                    <a:cubicBezTo>
                      <a:pt x="38" y="21"/>
                      <a:pt x="42" y="26"/>
                      <a:pt x="42" y="32"/>
                    </a:cubicBezTo>
                    <a:cubicBezTo>
                      <a:pt x="42" y="38"/>
                      <a:pt x="38" y="42"/>
                      <a:pt x="32" y="42"/>
                    </a:cubicBezTo>
                    <a:close/>
                  </a:path>
                </a:pathLst>
              </a:custGeom>
              <a:solidFill>
                <a:srgbClr val="001F4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23" name="Google Shape;1043;p9">
                <a:extLst>
                  <a:ext uri="{FF2B5EF4-FFF2-40B4-BE49-F238E27FC236}">
                    <a16:creationId xmlns:a16="http://schemas.microsoft.com/office/drawing/2014/main" id="{2052D10F-4009-81F8-67B3-7C86AEC66433}"/>
                  </a:ext>
                </a:extLst>
              </p:cNvPr>
              <p:cNvSpPr/>
              <p:nvPr/>
            </p:nvSpPr>
            <p:spPr>
              <a:xfrm>
                <a:off x="3617" y="2096"/>
                <a:ext cx="58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86" h="234" extrusionOk="0">
                    <a:moveTo>
                      <a:pt x="21" y="234"/>
                    </a:moveTo>
                    <a:cubicBezTo>
                      <a:pt x="21" y="234"/>
                      <a:pt x="21" y="234"/>
                      <a:pt x="21" y="234"/>
                    </a:cubicBezTo>
                    <a:cubicBezTo>
                      <a:pt x="22" y="234"/>
                      <a:pt x="22" y="234"/>
                      <a:pt x="22" y="234"/>
                    </a:cubicBezTo>
                    <a:cubicBezTo>
                      <a:pt x="63" y="234"/>
                      <a:pt x="63" y="234"/>
                      <a:pt x="63" y="234"/>
                    </a:cubicBezTo>
                    <a:cubicBezTo>
                      <a:pt x="64" y="234"/>
                      <a:pt x="64" y="234"/>
                      <a:pt x="64" y="234"/>
                    </a:cubicBezTo>
                    <a:cubicBezTo>
                      <a:pt x="64" y="234"/>
                      <a:pt x="64" y="234"/>
                      <a:pt x="64" y="234"/>
                    </a:cubicBezTo>
                    <a:cubicBezTo>
                      <a:pt x="70" y="234"/>
                      <a:pt x="74" y="230"/>
                      <a:pt x="75" y="224"/>
                    </a:cubicBezTo>
                    <a:cubicBezTo>
                      <a:pt x="85" y="11"/>
                      <a:pt x="85" y="11"/>
                      <a:pt x="85" y="11"/>
                    </a:cubicBezTo>
                    <a:cubicBezTo>
                      <a:pt x="86" y="5"/>
                      <a:pt x="81" y="0"/>
                      <a:pt x="75" y="0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0" y="0"/>
                      <a:pt x="10" y="0"/>
                    </a:cubicBezTo>
                    <a:cubicBezTo>
                      <a:pt x="4" y="0"/>
                      <a:pt x="0" y="5"/>
                      <a:pt x="0" y="11"/>
                    </a:cubicBezTo>
                    <a:cubicBezTo>
                      <a:pt x="11" y="224"/>
                      <a:pt x="11" y="224"/>
                      <a:pt x="11" y="224"/>
                    </a:cubicBezTo>
                    <a:cubicBezTo>
                      <a:pt x="11" y="230"/>
                      <a:pt x="16" y="234"/>
                      <a:pt x="21" y="234"/>
                    </a:cubicBezTo>
                    <a:close/>
                    <a:moveTo>
                      <a:pt x="63" y="21"/>
                    </a:moveTo>
                    <a:cubicBezTo>
                      <a:pt x="54" y="213"/>
                      <a:pt x="54" y="213"/>
                      <a:pt x="54" y="213"/>
                    </a:cubicBezTo>
                    <a:cubicBezTo>
                      <a:pt x="31" y="213"/>
                      <a:pt x="31" y="213"/>
                      <a:pt x="31" y="213"/>
                    </a:cubicBezTo>
                    <a:cubicBezTo>
                      <a:pt x="22" y="21"/>
                      <a:pt x="22" y="21"/>
                      <a:pt x="22" y="21"/>
                    </a:cubicBezTo>
                    <a:lnTo>
                      <a:pt x="63" y="21"/>
                    </a:lnTo>
                    <a:close/>
                  </a:path>
                </a:pathLst>
              </a:custGeom>
              <a:solidFill>
                <a:srgbClr val="001F4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24" name="Google Shape;1044;p9">
                <a:extLst>
                  <a:ext uri="{FF2B5EF4-FFF2-40B4-BE49-F238E27FC236}">
                    <a16:creationId xmlns:a16="http://schemas.microsoft.com/office/drawing/2014/main" id="{69F96D51-7673-8943-C861-3880F3E4F3F9}"/>
                  </a:ext>
                </a:extLst>
              </p:cNvPr>
              <p:cNvSpPr/>
              <p:nvPr/>
            </p:nvSpPr>
            <p:spPr>
              <a:xfrm>
                <a:off x="3476" y="2032"/>
                <a:ext cx="340" cy="340"/>
              </a:xfrm>
              <a:custGeom>
                <a:avLst/>
                <a:gdLst/>
                <a:ahLst/>
                <a:cxnLst/>
                <a:rect l="l" t="t" r="r" b="b"/>
                <a:pathLst>
                  <a:path w="512" h="512" extrusionOk="0">
                    <a:moveTo>
                      <a:pt x="256" y="21"/>
                    </a:moveTo>
                    <a:cubicBezTo>
                      <a:pt x="385" y="21"/>
                      <a:pt x="490" y="126"/>
                      <a:pt x="490" y="256"/>
                    </a:cubicBezTo>
                    <a:cubicBezTo>
                      <a:pt x="490" y="385"/>
                      <a:pt x="385" y="490"/>
                      <a:pt x="256" y="490"/>
                    </a:cubicBezTo>
                    <a:cubicBezTo>
                      <a:pt x="126" y="490"/>
                      <a:pt x="21" y="385"/>
                      <a:pt x="21" y="256"/>
                    </a:cubicBezTo>
                    <a:cubicBezTo>
                      <a:pt x="21" y="126"/>
                      <a:pt x="126" y="21"/>
                      <a:pt x="256" y="21"/>
                    </a:cubicBezTo>
                    <a:moveTo>
                      <a:pt x="256" y="0"/>
                    </a:moveTo>
                    <a:cubicBezTo>
                      <a:pt x="114" y="0"/>
                      <a:pt x="0" y="114"/>
                      <a:pt x="0" y="256"/>
                    </a:cubicBezTo>
                    <a:cubicBezTo>
                      <a:pt x="0" y="397"/>
                      <a:pt x="114" y="512"/>
                      <a:pt x="256" y="512"/>
                    </a:cubicBezTo>
                    <a:cubicBezTo>
                      <a:pt x="397" y="512"/>
                      <a:pt x="512" y="397"/>
                      <a:pt x="512" y="256"/>
                    </a:cubicBezTo>
                    <a:cubicBezTo>
                      <a:pt x="512" y="114"/>
                      <a:pt x="397" y="0"/>
                      <a:pt x="256" y="0"/>
                    </a:cubicBezTo>
                    <a:close/>
                  </a:path>
                </a:pathLst>
              </a:custGeom>
              <a:solidFill>
                <a:srgbClr val="001F4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</p:grpSp>
      <p:sp>
        <p:nvSpPr>
          <p:cNvPr id="25" name="Google Shape;1056;p9">
            <a:extLst>
              <a:ext uri="{FF2B5EF4-FFF2-40B4-BE49-F238E27FC236}">
                <a16:creationId xmlns:a16="http://schemas.microsoft.com/office/drawing/2014/main" id="{4137B3BF-875A-02F5-9159-AC28AF6326AA}"/>
              </a:ext>
            </a:extLst>
          </p:cNvPr>
          <p:cNvSpPr/>
          <p:nvPr userDrawn="1"/>
        </p:nvSpPr>
        <p:spPr>
          <a:xfrm>
            <a:off x="6265429" y="2139751"/>
            <a:ext cx="4320000" cy="2414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Incident Analysis</a:t>
            </a:r>
            <a:endParaRPr/>
          </a:p>
        </p:txBody>
      </p:sp>
      <p:sp>
        <p:nvSpPr>
          <p:cNvPr id="26" name="Google Shape;1031;p9">
            <a:extLst>
              <a:ext uri="{FF2B5EF4-FFF2-40B4-BE49-F238E27FC236}">
                <a16:creationId xmlns:a16="http://schemas.microsoft.com/office/drawing/2014/main" id="{13444D50-42F9-6655-A371-6D3CB5B8AE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06 | Network Operations – Ticket Analysis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54E2A64-DE76-6C65-07C3-423B353204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0863" y="1876246"/>
            <a:ext cx="11090275" cy="3540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1pPr>
            <a:lvl2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1264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&amp; Subtitle 2" preserve="1" userDrawn="1">
  <p:cSld name="Two Content &amp; Subtitle 2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/>
          <p:nvPr userDrawn="1"/>
        </p:nvSpPr>
        <p:spPr>
          <a:xfrm>
            <a:off x="8534709" y="512763"/>
            <a:ext cx="3657292" cy="6084889"/>
          </a:xfrm>
          <a:custGeom>
            <a:avLst/>
            <a:gdLst/>
            <a:ahLst/>
            <a:cxnLst/>
            <a:rect l="l" t="t" r="r" b="b"/>
            <a:pathLst>
              <a:path w="4198469" h="6084889" extrusionOk="0">
                <a:moveTo>
                  <a:pt x="334217" y="0"/>
                </a:moveTo>
                <a:lnTo>
                  <a:pt x="4198469" y="0"/>
                </a:lnTo>
                <a:lnTo>
                  <a:pt x="4198469" y="6084889"/>
                </a:lnTo>
                <a:lnTo>
                  <a:pt x="456546" y="6084889"/>
                </a:lnTo>
                <a:lnTo>
                  <a:pt x="377589" y="5806835"/>
                </a:lnTo>
                <a:cubicBezTo>
                  <a:pt x="131095" y="4848795"/>
                  <a:pt x="0" y="3844435"/>
                  <a:pt x="0" y="2809457"/>
                </a:cubicBezTo>
                <a:cubicBezTo>
                  <a:pt x="0" y="1981474"/>
                  <a:pt x="83901" y="1173088"/>
                  <a:pt x="243667" y="39233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1" name="Google Shape;392;p2">
            <a:extLst>
              <a:ext uri="{FF2B5EF4-FFF2-40B4-BE49-F238E27FC236}">
                <a16:creationId xmlns:a16="http://schemas.microsoft.com/office/drawing/2014/main" id="{07B2F01B-D6D9-A716-1099-F12B198532CF}"/>
              </a:ext>
            </a:extLst>
          </p:cNvPr>
          <p:cNvSpPr/>
          <p:nvPr userDrawn="1"/>
        </p:nvSpPr>
        <p:spPr>
          <a:xfrm>
            <a:off x="1824337" y="4083203"/>
            <a:ext cx="3329253" cy="1161282"/>
          </a:xfrm>
          <a:prstGeom prst="triangle">
            <a:avLst>
              <a:gd name="adj" fmla="val 50000"/>
            </a:avLst>
          </a:prstGeom>
          <a:solidFill>
            <a:srgbClr val="151515">
              <a:alpha val="11764"/>
            </a:srgbClr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2" name="Google Shape;396;p2">
            <a:extLst>
              <a:ext uri="{FF2B5EF4-FFF2-40B4-BE49-F238E27FC236}">
                <a16:creationId xmlns:a16="http://schemas.microsoft.com/office/drawing/2014/main" id="{E66B87B2-9711-6A93-F085-C4856EECB1F0}"/>
              </a:ext>
            </a:extLst>
          </p:cNvPr>
          <p:cNvSpPr/>
          <p:nvPr userDrawn="1"/>
        </p:nvSpPr>
        <p:spPr>
          <a:xfrm>
            <a:off x="417139" y="5024179"/>
            <a:ext cx="8283858" cy="1496132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72000" tIns="72000" rIns="72000" bIns="36000" anchor="t" anchorCtr="0">
            <a:noAutofit/>
          </a:bodyPr>
          <a:lstStyle/>
          <a:p>
            <a:pPr marL="17145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B7AF"/>
              </a:buClr>
              <a:buSzPts val="800"/>
              <a:buFont typeface="Arial"/>
              <a:buNone/>
            </a:pPr>
            <a:endParaRPr sz="800" b="0" i="0" u="none" strike="noStrike" cap="none" dirty="0">
              <a:solidFill>
                <a:srgbClr val="151515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3" name="Google Shape;66;p18">
            <a:extLst>
              <a:ext uri="{FF2B5EF4-FFF2-40B4-BE49-F238E27FC236}">
                <a16:creationId xmlns:a16="http://schemas.microsoft.com/office/drawing/2014/main" id="{AC40C6F1-78EF-04C6-37D4-3B6C886D00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4" name="Google Shape;71;p18">
            <a:extLst>
              <a:ext uri="{FF2B5EF4-FFF2-40B4-BE49-F238E27FC236}">
                <a16:creationId xmlns:a16="http://schemas.microsoft.com/office/drawing/2014/main" id="{A3E19AD3-DDEC-6B38-86B1-7A03A62142D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72;p18">
            <a:extLst>
              <a:ext uri="{FF2B5EF4-FFF2-40B4-BE49-F238E27FC236}">
                <a16:creationId xmlns:a16="http://schemas.microsoft.com/office/drawing/2014/main" id="{9AB5A22A-57B1-9C90-821B-DAF6F7F65C7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391;p2">
            <a:extLst>
              <a:ext uri="{FF2B5EF4-FFF2-40B4-BE49-F238E27FC236}">
                <a16:creationId xmlns:a16="http://schemas.microsoft.com/office/drawing/2014/main" id="{9BD28C3F-A41E-C985-9EDF-CBD897AF206F}"/>
              </a:ext>
            </a:extLst>
          </p:cNvPr>
          <p:cNvSpPr/>
          <p:nvPr userDrawn="1"/>
        </p:nvSpPr>
        <p:spPr>
          <a:xfrm>
            <a:off x="8588317" y="2312032"/>
            <a:ext cx="378903" cy="2115670"/>
          </a:xfrm>
          <a:prstGeom prst="chevron">
            <a:avLst>
              <a:gd name="adj" fmla="val 62333"/>
            </a:avLst>
          </a:prstGeom>
          <a:solidFill>
            <a:srgbClr val="50A69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7" name="Google Shape;394;p2">
            <a:extLst>
              <a:ext uri="{FF2B5EF4-FFF2-40B4-BE49-F238E27FC236}">
                <a16:creationId xmlns:a16="http://schemas.microsoft.com/office/drawing/2014/main" id="{B3093846-4EB1-C238-A7B7-CE5A961E003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6737039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/>
              <a:t>Veoneer’s network performance and reliability undergo daily manual validation through Health Checks and continuous monitoring</a:t>
            </a:r>
            <a:endParaRPr sz="1800" b="0" i="0" u="none" strike="noStrike" cap="none" dirty="0">
              <a:solidFill>
                <a:srgbClr val="575757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238" name="Google Shape;395;p2">
            <a:extLst>
              <a:ext uri="{FF2B5EF4-FFF2-40B4-BE49-F238E27FC236}">
                <a16:creationId xmlns:a16="http://schemas.microsoft.com/office/drawing/2014/main" id="{6DE0BCE4-CC5F-C0B0-4462-DE12D228D3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5" y="989299"/>
            <a:ext cx="6737039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01 | Network Health Overview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239" name="Google Shape;397;p2">
            <a:extLst>
              <a:ext uri="{FF2B5EF4-FFF2-40B4-BE49-F238E27FC236}">
                <a16:creationId xmlns:a16="http://schemas.microsoft.com/office/drawing/2014/main" id="{E9461305-57E0-8EB0-89E3-B97E5CD68E4D}"/>
              </a:ext>
            </a:extLst>
          </p:cNvPr>
          <p:cNvSpPr txBox="1"/>
          <p:nvPr userDrawn="1"/>
        </p:nvSpPr>
        <p:spPr>
          <a:xfrm>
            <a:off x="417139" y="4763061"/>
            <a:ext cx="489891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b="1" i="0" u="none" strike="noStrike" cap="none">
                <a:solidFill>
                  <a:srgbClr val="6BB7AF"/>
                </a:solidFill>
                <a:latin typeface="Barlow"/>
                <a:ea typeface="Barlow"/>
                <a:cs typeface="Barlow"/>
                <a:sym typeface="Barlow"/>
              </a:rPr>
              <a:t>Detailed Overview</a:t>
            </a:r>
            <a:endParaRPr/>
          </a:p>
        </p:txBody>
      </p:sp>
      <p:sp>
        <p:nvSpPr>
          <p:cNvPr id="240" name="Google Shape;467;p2">
            <a:extLst>
              <a:ext uri="{FF2B5EF4-FFF2-40B4-BE49-F238E27FC236}">
                <a16:creationId xmlns:a16="http://schemas.microsoft.com/office/drawing/2014/main" id="{1D6BE530-9F0B-0D65-2C3F-082E7CA393AE}"/>
              </a:ext>
            </a:extLst>
          </p:cNvPr>
          <p:cNvSpPr/>
          <p:nvPr userDrawn="1"/>
        </p:nvSpPr>
        <p:spPr>
          <a:xfrm rot="10800000" flipH="1">
            <a:off x="416708" y="4978460"/>
            <a:ext cx="8284289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41" name="Google Shape;468;p2">
            <a:extLst>
              <a:ext uri="{FF2B5EF4-FFF2-40B4-BE49-F238E27FC236}">
                <a16:creationId xmlns:a16="http://schemas.microsoft.com/office/drawing/2014/main" id="{4025E93C-276E-8455-963E-E3A9047145BC}"/>
              </a:ext>
            </a:extLst>
          </p:cNvPr>
          <p:cNvSpPr txBox="1"/>
          <p:nvPr userDrawn="1"/>
        </p:nvSpPr>
        <p:spPr>
          <a:xfrm>
            <a:off x="5272618" y="4762921"/>
            <a:ext cx="190845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700" b="1" i="0" u="none" strike="noStrike" cap="none">
                <a:solidFill>
                  <a:srgbClr val="313131"/>
                </a:solidFill>
                <a:latin typeface="Barlow"/>
                <a:ea typeface="Barlow"/>
                <a:cs typeface="Barlow"/>
                <a:sym typeface="Barlow"/>
              </a:rPr>
              <a:t>Key:</a:t>
            </a:r>
            <a:endParaRPr/>
          </a:p>
        </p:txBody>
      </p:sp>
      <p:grpSp>
        <p:nvGrpSpPr>
          <p:cNvPr id="242" name="Google Shape;469;p2">
            <a:extLst>
              <a:ext uri="{FF2B5EF4-FFF2-40B4-BE49-F238E27FC236}">
                <a16:creationId xmlns:a16="http://schemas.microsoft.com/office/drawing/2014/main" id="{31433B45-C609-7E9D-8993-092FA2344BE9}"/>
              </a:ext>
            </a:extLst>
          </p:cNvPr>
          <p:cNvGrpSpPr/>
          <p:nvPr userDrawn="1"/>
        </p:nvGrpSpPr>
        <p:grpSpPr>
          <a:xfrm>
            <a:off x="5559788" y="4720607"/>
            <a:ext cx="626975" cy="192351"/>
            <a:chOff x="5607086" y="4720607"/>
            <a:chExt cx="626975" cy="192351"/>
          </a:xfrm>
        </p:grpSpPr>
        <p:grpSp>
          <p:nvGrpSpPr>
            <p:cNvPr id="243" name="Google Shape;470;p2">
              <a:extLst>
                <a:ext uri="{FF2B5EF4-FFF2-40B4-BE49-F238E27FC236}">
                  <a16:creationId xmlns:a16="http://schemas.microsoft.com/office/drawing/2014/main" id="{48F47075-F3E3-3E43-5713-F77690D2C4B0}"/>
                </a:ext>
              </a:extLst>
            </p:cNvPr>
            <p:cNvGrpSpPr/>
            <p:nvPr/>
          </p:nvGrpSpPr>
          <p:grpSpPr>
            <a:xfrm>
              <a:off x="5607086" y="4720607"/>
              <a:ext cx="192352" cy="192351"/>
              <a:chOff x="6353342" y="4441545"/>
              <a:chExt cx="332203" cy="332203"/>
            </a:xfrm>
          </p:grpSpPr>
          <p:sp>
            <p:nvSpPr>
              <p:cNvPr id="245" name="Google Shape;471;p2">
                <a:extLst>
                  <a:ext uri="{FF2B5EF4-FFF2-40B4-BE49-F238E27FC236}">
                    <a16:creationId xmlns:a16="http://schemas.microsoft.com/office/drawing/2014/main" id="{8A804AAE-526D-BDCA-FDC9-66D9375E00C3}"/>
                  </a:ext>
                </a:extLst>
              </p:cNvPr>
              <p:cNvSpPr/>
              <p:nvPr/>
            </p:nvSpPr>
            <p:spPr>
              <a:xfrm>
                <a:off x="6353342" y="4441545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 i="0" u="none" strike="noStrike" cap="none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246" name="Google Shape;472;p2" descr="Checkmark outline">
                <a:extLst>
                  <a:ext uri="{FF2B5EF4-FFF2-40B4-BE49-F238E27FC236}">
                    <a16:creationId xmlns:a16="http://schemas.microsoft.com/office/drawing/2014/main" id="{30B6EA1B-59AE-3171-31C6-7FC12B60657A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6364779" y="4453016"/>
                <a:ext cx="309259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sp>
          <p:nvSpPr>
            <p:cNvPr id="244" name="Google Shape;473;p2">
              <a:extLst>
                <a:ext uri="{FF2B5EF4-FFF2-40B4-BE49-F238E27FC236}">
                  <a16:creationId xmlns:a16="http://schemas.microsoft.com/office/drawing/2014/main" id="{5240866F-452B-61E4-2B50-CDF959D34874}"/>
                </a:ext>
              </a:extLst>
            </p:cNvPr>
            <p:cNvSpPr txBox="1"/>
            <p:nvPr/>
          </p:nvSpPr>
          <p:spPr>
            <a:xfrm>
              <a:off x="5907048" y="4762921"/>
              <a:ext cx="327013" cy="1077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 b="0" i="0" u="none" strike="noStrike" cap="none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No Fault</a:t>
              </a:r>
              <a:endParaRPr/>
            </a:p>
          </p:txBody>
        </p:sp>
      </p:grpSp>
      <p:grpSp>
        <p:nvGrpSpPr>
          <p:cNvPr id="247" name="Google Shape;474;p2">
            <a:extLst>
              <a:ext uri="{FF2B5EF4-FFF2-40B4-BE49-F238E27FC236}">
                <a16:creationId xmlns:a16="http://schemas.microsoft.com/office/drawing/2014/main" id="{167B271A-678C-7912-891E-AB63A5547E69}"/>
              </a:ext>
            </a:extLst>
          </p:cNvPr>
          <p:cNvGrpSpPr/>
          <p:nvPr userDrawn="1"/>
        </p:nvGrpSpPr>
        <p:grpSpPr>
          <a:xfrm>
            <a:off x="6330045" y="4709060"/>
            <a:ext cx="506771" cy="215444"/>
            <a:chOff x="6243888" y="4709060"/>
            <a:chExt cx="506771" cy="215444"/>
          </a:xfrm>
        </p:grpSpPr>
        <p:grpSp>
          <p:nvGrpSpPr>
            <p:cNvPr id="248" name="Google Shape;475;p2">
              <a:extLst>
                <a:ext uri="{FF2B5EF4-FFF2-40B4-BE49-F238E27FC236}">
                  <a16:creationId xmlns:a16="http://schemas.microsoft.com/office/drawing/2014/main" id="{697E3309-A9C2-DDF7-AA21-BDC232CE52F2}"/>
                </a:ext>
              </a:extLst>
            </p:cNvPr>
            <p:cNvGrpSpPr/>
            <p:nvPr/>
          </p:nvGrpSpPr>
          <p:grpSpPr>
            <a:xfrm>
              <a:off x="6243888" y="4720607"/>
              <a:ext cx="192352" cy="192351"/>
              <a:chOff x="3557424" y="5208511"/>
              <a:chExt cx="332203" cy="332203"/>
            </a:xfrm>
          </p:grpSpPr>
          <p:sp>
            <p:nvSpPr>
              <p:cNvPr id="250" name="Google Shape;476;p2">
                <a:extLst>
                  <a:ext uri="{FF2B5EF4-FFF2-40B4-BE49-F238E27FC236}">
                    <a16:creationId xmlns:a16="http://schemas.microsoft.com/office/drawing/2014/main" id="{6D6DB6A7-76B6-3A27-3E7D-0B08D8A41B9B}"/>
                  </a:ext>
                </a:extLst>
              </p:cNvPr>
              <p:cNvSpPr/>
              <p:nvPr/>
            </p:nvSpPr>
            <p:spPr>
              <a:xfrm>
                <a:off x="3557424" y="5208511"/>
                <a:ext cx="332203" cy="332203"/>
              </a:xfrm>
              <a:prstGeom prst="rect">
                <a:avLst/>
              </a:prstGeom>
              <a:solidFill>
                <a:srgbClr val="EBE600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 i="0" u="none" strike="noStrike" cap="none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251" name="Google Shape;477;p2">
                <a:extLst>
                  <a:ext uri="{FF2B5EF4-FFF2-40B4-BE49-F238E27FC236}">
                    <a16:creationId xmlns:a16="http://schemas.microsoft.com/office/drawing/2014/main" id="{FE90DEEA-45BA-8885-6711-2B5C12A71050}"/>
                  </a:ext>
                </a:extLst>
              </p:cNvPr>
              <p:cNvSpPr/>
              <p:nvPr/>
            </p:nvSpPr>
            <p:spPr>
              <a:xfrm>
                <a:off x="3579525" y="5365372"/>
                <a:ext cx="288001" cy="18481"/>
              </a:xfrm>
              <a:custGeom>
                <a:avLst/>
                <a:gdLst/>
                <a:ahLst/>
                <a:cxnLst/>
                <a:rect l="l" t="t" r="r" b="b"/>
                <a:pathLst>
                  <a:path w="144" h="9" extrusionOk="0">
                    <a:moveTo>
                      <a:pt x="139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7"/>
                      <a:pt x="3" y="9"/>
                      <a:pt x="5" y="9"/>
                    </a:cubicBezTo>
                    <a:cubicBezTo>
                      <a:pt x="139" y="9"/>
                      <a:pt x="139" y="9"/>
                      <a:pt x="139" y="9"/>
                    </a:cubicBezTo>
                    <a:cubicBezTo>
                      <a:pt x="142" y="9"/>
                      <a:pt x="144" y="7"/>
                      <a:pt x="144" y="5"/>
                    </a:cubicBezTo>
                    <a:cubicBezTo>
                      <a:pt x="144" y="2"/>
                      <a:pt x="142" y="0"/>
                      <a:pt x="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5400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0675" tIns="40325" rIns="80675" bIns="403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88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249" name="Google Shape;478;p2">
              <a:extLst>
                <a:ext uri="{FF2B5EF4-FFF2-40B4-BE49-F238E27FC236}">
                  <a16:creationId xmlns:a16="http://schemas.microsoft.com/office/drawing/2014/main" id="{DC2182BA-55C3-802B-1E48-3067D9009996}"/>
                </a:ext>
              </a:extLst>
            </p:cNvPr>
            <p:cNvSpPr txBox="1"/>
            <p:nvPr/>
          </p:nvSpPr>
          <p:spPr>
            <a:xfrm>
              <a:off x="6543871" y="4709060"/>
              <a:ext cx="206788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Issue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(P2)</a:t>
              </a:r>
              <a:endParaRPr/>
            </a:p>
          </p:txBody>
        </p:sp>
      </p:grpSp>
      <p:grpSp>
        <p:nvGrpSpPr>
          <p:cNvPr id="252" name="Google Shape;479;p2">
            <a:extLst>
              <a:ext uri="{FF2B5EF4-FFF2-40B4-BE49-F238E27FC236}">
                <a16:creationId xmlns:a16="http://schemas.microsoft.com/office/drawing/2014/main" id="{44DCEA4F-E87A-4DC5-0EC6-7CFB40BEF572}"/>
              </a:ext>
            </a:extLst>
          </p:cNvPr>
          <p:cNvGrpSpPr/>
          <p:nvPr userDrawn="1"/>
        </p:nvGrpSpPr>
        <p:grpSpPr>
          <a:xfrm>
            <a:off x="7194899" y="4709060"/>
            <a:ext cx="769663" cy="215444"/>
            <a:chOff x="7194899" y="4709060"/>
            <a:chExt cx="769663" cy="215444"/>
          </a:xfrm>
        </p:grpSpPr>
        <p:sp>
          <p:nvSpPr>
            <p:cNvPr id="253" name="Google Shape;480;p2">
              <a:extLst>
                <a:ext uri="{FF2B5EF4-FFF2-40B4-BE49-F238E27FC236}">
                  <a16:creationId xmlns:a16="http://schemas.microsoft.com/office/drawing/2014/main" id="{E58054CA-F242-21B7-395E-E454B528DECB}"/>
                </a:ext>
              </a:extLst>
            </p:cNvPr>
            <p:cNvSpPr txBox="1"/>
            <p:nvPr/>
          </p:nvSpPr>
          <p:spPr>
            <a:xfrm>
              <a:off x="7494882" y="4709060"/>
              <a:ext cx="4696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Major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700">
                  <a:solidFill>
                    <a:srgbClr val="313131"/>
                  </a:solidFill>
                  <a:latin typeface="Barlow"/>
                  <a:ea typeface="Barlow"/>
                  <a:cs typeface="Barlow"/>
                  <a:sym typeface="Barlow"/>
                </a:rPr>
                <a:t>Incident (P1)</a:t>
              </a:r>
              <a:endParaRPr/>
            </a:p>
          </p:txBody>
        </p:sp>
        <p:grpSp>
          <p:nvGrpSpPr>
            <p:cNvPr id="254" name="Google Shape;481;p2">
              <a:extLst>
                <a:ext uri="{FF2B5EF4-FFF2-40B4-BE49-F238E27FC236}">
                  <a16:creationId xmlns:a16="http://schemas.microsoft.com/office/drawing/2014/main" id="{ABEBFA0A-5B10-2C41-162D-1DB906EDE9EC}"/>
                </a:ext>
              </a:extLst>
            </p:cNvPr>
            <p:cNvGrpSpPr/>
            <p:nvPr/>
          </p:nvGrpSpPr>
          <p:grpSpPr>
            <a:xfrm>
              <a:off x="7194899" y="4720607"/>
              <a:ext cx="192352" cy="192351"/>
              <a:chOff x="7882691" y="4523861"/>
              <a:chExt cx="192352" cy="192351"/>
            </a:xfrm>
          </p:grpSpPr>
          <p:sp>
            <p:nvSpPr>
              <p:cNvPr id="255" name="Google Shape;482;p2">
                <a:extLst>
                  <a:ext uri="{FF2B5EF4-FFF2-40B4-BE49-F238E27FC236}">
                    <a16:creationId xmlns:a16="http://schemas.microsoft.com/office/drawing/2014/main" id="{61ADDDD6-6764-49C8-83B0-7905D7BDC639}"/>
                  </a:ext>
                </a:extLst>
              </p:cNvPr>
              <p:cNvSpPr/>
              <p:nvPr/>
            </p:nvSpPr>
            <p:spPr>
              <a:xfrm>
                <a:off x="7882691" y="4523861"/>
                <a:ext cx="192352" cy="192351"/>
              </a:xfrm>
              <a:prstGeom prst="rect">
                <a:avLst/>
              </a:prstGeom>
              <a:solidFill>
                <a:srgbClr val="ED8B00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grpSp>
            <p:nvGrpSpPr>
              <p:cNvPr id="256" name="Google Shape;483;p2">
                <a:extLst>
                  <a:ext uri="{FF2B5EF4-FFF2-40B4-BE49-F238E27FC236}">
                    <a16:creationId xmlns:a16="http://schemas.microsoft.com/office/drawing/2014/main" id="{9B861AD8-C38B-ADF3-DF0F-39116E6FB617}"/>
                  </a:ext>
                </a:extLst>
              </p:cNvPr>
              <p:cNvGrpSpPr/>
              <p:nvPr/>
            </p:nvGrpSpPr>
            <p:grpSpPr>
              <a:xfrm>
                <a:off x="7883467" y="4523861"/>
                <a:ext cx="190800" cy="190800"/>
                <a:chOff x="7448610" y="4293083"/>
                <a:chExt cx="190800" cy="190800"/>
              </a:xfrm>
            </p:grpSpPr>
            <p:sp>
              <p:nvSpPr>
                <p:cNvPr id="257" name="Google Shape;484;p2">
                  <a:extLst>
                    <a:ext uri="{FF2B5EF4-FFF2-40B4-BE49-F238E27FC236}">
                      <a16:creationId xmlns:a16="http://schemas.microsoft.com/office/drawing/2014/main" id="{D23C06E3-F792-E402-5AD6-2B4B7C8CD871}"/>
                    </a:ext>
                  </a:extLst>
                </p:cNvPr>
                <p:cNvSpPr/>
                <p:nvPr/>
              </p:nvSpPr>
              <p:spPr>
                <a:xfrm>
                  <a:off x="7454010" y="4298483"/>
                  <a:ext cx="180000" cy="1800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258" name="Google Shape;485;p2">
                  <a:extLst>
                    <a:ext uri="{FF2B5EF4-FFF2-40B4-BE49-F238E27FC236}">
                      <a16:creationId xmlns:a16="http://schemas.microsoft.com/office/drawing/2014/main" id="{C4DCEB24-98ED-778B-9F0F-F130EC7F0216}"/>
                    </a:ext>
                  </a:extLst>
                </p:cNvPr>
                <p:cNvSpPr/>
                <p:nvPr/>
              </p:nvSpPr>
              <p:spPr>
                <a:xfrm>
                  <a:off x="7448610" y="4293083"/>
                  <a:ext cx="190800" cy="19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" h="512" extrusionOk="0">
                      <a:moveTo>
                        <a:pt x="266" y="384"/>
                      </a:moveTo>
                      <a:cubicBezTo>
                        <a:pt x="266" y="390"/>
                        <a:pt x="262" y="394"/>
                        <a:pt x="256" y="394"/>
                      </a:cubicBezTo>
                      <a:cubicBezTo>
                        <a:pt x="250" y="394"/>
                        <a:pt x="245" y="390"/>
                        <a:pt x="245" y="384"/>
                      </a:cubicBezTo>
                      <a:cubicBezTo>
                        <a:pt x="245" y="378"/>
                        <a:pt x="250" y="373"/>
                        <a:pt x="256" y="373"/>
                      </a:cubicBezTo>
                      <a:cubicBezTo>
                        <a:pt x="262" y="373"/>
                        <a:pt x="266" y="378"/>
                        <a:pt x="266" y="384"/>
                      </a:cubicBezTo>
                      <a:close/>
                      <a:moveTo>
                        <a:pt x="244" y="309"/>
                      </a:moveTo>
                      <a:cubicBezTo>
                        <a:pt x="267" y="309"/>
                        <a:pt x="267" y="309"/>
                        <a:pt x="267" y="309"/>
                      </a:cubicBezTo>
                      <a:cubicBezTo>
                        <a:pt x="276" y="117"/>
                        <a:pt x="276" y="117"/>
                        <a:pt x="276" y="117"/>
                      </a:cubicBezTo>
                      <a:cubicBezTo>
                        <a:pt x="235" y="117"/>
                        <a:pt x="235" y="117"/>
                        <a:pt x="235" y="117"/>
                      </a:cubicBezTo>
                      <a:lnTo>
                        <a:pt x="244" y="309"/>
                      </a:lnTo>
                      <a:close/>
                      <a:moveTo>
                        <a:pt x="512" y="256"/>
                      </a:moveTo>
                      <a:cubicBezTo>
                        <a:pt x="512" y="397"/>
                        <a:pt x="397" y="512"/>
                        <a:pt x="256" y="512"/>
                      </a:cubicBezTo>
                      <a:cubicBezTo>
                        <a:pt x="114" y="512"/>
                        <a:pt x="0" y="397"/>
                        <a:pt x="0" y="256"/>
                      </a:cubicBezTo>
                      <a:cubicBezTo>
                        <a:pt x="0" y="114"/>
                        <a:pt x="114" y="0"/>
                        <a:pt x="256" y="0"/>
                      </a:cubicBezTo>
                      <a:cubicBezTo>
                        <a:pt x="397" y="0"/>
                        <a:pt x="512" y="114"/>
                        <a:pt x="512" y="256"/>
                      </a:cubicBezTo>
                      <a:close/>
                      <a:moveTo>
                        <a:pt x="288" y="384"/>
                      </a:moveTo>
                      <a:cubicBezTo>
                        <a:pt x="288" y="366"/>
                        <a:pt x="273" y="352"/>
                        <a:pt x="256" y="352"/>
                      </a:cubicBezTo>
                      <a:cubicBezTo>
                        <a:pt x="238" y="352"/>
                        <a:pt x="224" y="366"/>
                        <a:pt x="224" y="384"/>
                      </a:cubicBezTo>
                      <a:cubicBezTo>
                        <a:pt x="224" y="401"/>
                        <a:pt x="238" y="416"/>
                        <a:pt x="256" y="416"/>
                      </a:cubicBezTo>
                      <a:cubicBezTo>
                        <a:pt x="273" y="416"/>
                        <a:pt x="288" y="401"/>
                        <a:pt x="288" y="384"/>
                      </a:cubicBezTo>
                      <a:close/>
                      <a:moveTo>
                        <a:pt x="298" y="107"/>
                      </a:moveTo>
                      <a:cubicBezTo>
                        <a:pt x="299" y="101"/>
                        <a:pt x="294" y="96"/>
                        <a:pt x="288" y="96"/>
                      </a:cubicBezTo>
                      <a:cubicBezTo>
                        <a:pt x="288" y="96"/>
                        <a:pt x="288" y="96"/>
                        <a:pt x="288" y="96"/>
                      </a:cubicBezTo>
                      <a:cubicBezTo>
                        <a:pt x="224" y="96"/>
                        <a:pt x="224" y="96"/>
                        <a:pt x="224" y="96"/>
                      </a:cubicBezTo>
                      <a:cubicBezTo>
                        <a:pt x="224" y="96"/>
                        <a:pt x="223" y="96"/>
                        <a:pt x="223" y="96"/>
                      </a:cubicBezTo>
                      <a:cubicBezTo>
                        <a:pt x="217" y="96"/>
                        <a:pt x="213" y="101"/>
                        <a:pt x="213" y="107"/>
                      </a:cubicBezTo>
                      <a:cubicBezTo>
                        <a:pt x="224" y="320"/>
                        <a:pt x="224" y="320"/>
                        <a:pt x="224" y="320"/>
                      </a:cubicBezTo>
                      <a:cubicBezTo>
                        <a:pt x="224" y="326"/>
                        <a:pt x="229" y="330"/>
                        <a:pt x="234" y="330"/>
                      </a:cubicBezTo>
                      <a:cubicBezTo>
                        <a:pt x="234" y="330"/>
                        <a:pt x="234" y="330"/>
                        <a:pt x="234" y="330"/>
                      </a:cubicBezTo>
                      <a:cubicBezTo>
                        <a:pt x="235" y="330"/>
                        <a:pt x="235" y="330"/>
                        <a:pt x="235" y="330"/>
                      </a:cubicBezTo>
                      <a:cubicBezTo>
                        <a:pt x="276" y="330"/>
                        <a:pt x="276" y="330"/>
                        <a:pt x="276" y="330"/>
                      </a:cubicBezTo>
                      <a:cubicBezTo>
                        <a:pt x="277" y="330"/>
                        <a:pt x="277" y="330"/>
                        <a:pt x="277" y="330"/>
                      </a:cubicBezTo>
                      <a:cubicBezTo>
                        <a:pt x="277" y="330"/>
                        <a:pt x="277" y="330"/>
                        <a:pt x="277" y="330"/>
                      </a:cubicBezTo>
                      <a:cubicBezTo>
                        <a:pt x="283" y="330"/>
                        <a:pt x="287" y="326"/>
                        <a:pt x="288" y="320"/>
                      </a:cubicBezTo>
                      <a:lnTo>
                        <a:pt x="298" y="107"/>
                      </a:lnTo>
                      <a:close/>
                    </a:path>
                  </a:pathLst>
                </a:custGeom>
                <a:solidFill>
                  <a:srgbClr val="ED8B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</p:grpSp>
      </p:grpSp>
      <p:sp>
        <p:nvSpPr>
          <p:cNvPr id="259" name="Google Shape;486;p2">
            <a:extLst>
              <a:ext uri="{FF2B5EF4-FFF2-40B4-BE49-F238E27FC236}">
                <a16:creationId xmlns:a16="http://schemas.microsoft.com/office/drawing/2014/main" id="{C1C2906B-7107-97D6-AFCE-C7CE505591C9}"/>
              </a:ext>
            </a:extLst>
          </p:cNvPr>
          <p:cNvSpPr/>
          <p:nvPr userDrawn="1"/>
        </p:nvSpPr>
        <p:spPr>
          <a:xfrm>
            <a:off x="4361930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0" name="Google Shape;487;p2">
            <a:extLst>
              <a:ext uri="{FF2B5EF4-FFF2-40B4-BE49-F238E27FC236}">
                <a16:creationId xmlns:a16="http://schemas.microsoft.com/office/drawing/2014/main" id="{EAEE1515-3C0F-EF1C-9C2A-C2137EC41FEA}"/>
              </a:ext>
            </a:extLst>
          </p:cNvPr>
          <p:cNvSpPr/>
          <p:nvPr userDrawn="1"/>
        </p:nvSpPr>
        <p:spPr>
          <a:xfrm>
            <a:off x="5079512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1" name="Google Shape;488;p2">
            <a:extLst>
              <a:ext uri="{FF2B5EF4-FFF2-40B4-BE49-F238E27FC236}">
                <a16:creationId xmlns:a16="http://schemas.microsoft.com/office/drawing/2014/main" id="{E10293E3-6EE5-2A67-A386-0A7A02E52FA0}"/>
              </a:ext>
            </a:extLst>
          </p:cNvPr>
          <p:cNvSpPr/>
          <p:nvPr userDrawn="1"/>
        </p:nvSpPr>
        <p:spPr>
          <a:xfrm>
            <a:off x="5797094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2" name="Google Shape;489;p2">
            <a:extLst>
              <a:ext uri="{FF2B5EF4-FFF2-40B4-BE49-F238E27FC236}">
                <a16:creationId xmlns:a16="http://schemas.microsoft.com/office/drawing/2014/main" id="{7862E4B5-E521-A3DA-13E8-44E8979F243E}"/>
              </a:ext>
            </a:extLst>
          </p:cNvPr>
          <p:cNvSpPr/>
          <p:nvPr userDrawn="1"/>
        </p:nvSpPr>
        <p:spPr>
          <a:xfrm>
            <a:off x="7232258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3" name="Google Shape;490;p2">
            <a:extLst>
              <a:ext uri="{FF2B5EF4-FFF2-40B4-BE49-F238E27FC236}">
                <a16:creationId xmlns:a16="http://schemas.microsoft.com/office/drawing/2014/main" id="{27BD0205-B2CE-EE54-6082-4473C274950E}"/>
              </a:ext>
            </a:extLst>
          </p:cNvPr>
          <p:cNvSpPr/>
          <p:nvPr userDrawn="1"/>
        </p:nvSpPr>
        <p:spPr>
          <a:xfrm>
            <a:off x="6514676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4" name="Google Shape;495;p2">
            <a:extLst>
              <a:ext uri="{FF2B5EF4-FFF2-40B4-BE49-F238E27FC236}">
                <a16:creationId xmlns:a16="http://schemas.microsoft.com/office/drawing/2014/main" id="{AD6C74F3-EE83-D3FB-A3D5-B43008DCC606}"/>
              </a:ext>
            </a:extLst>
          </p:cNvPr>
          <p:cNvSpPr/>
          <p:nvPr userDrawn="1"/>
        </p:nvSpPr>
        <p:spPr>
          <a:xfrm>
            <a:off x="7937393" y="2007576"/>
            <a:ext cx="36000" cy="268560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5" name="Google Shape;523;p2">
            <a:extLst>
              <a:ext uri="{FF2B5EF4-FFF2-40B4-BE49-F238E27FC236}">
                <a16:creationId xmlns:a16="http://schemas.microsoft.com/office/drawing/2014/main" id="{0A94D277-0B18-B869-5E9B-61612D0F9D1B}"/>
              </a:ext>
            </a:extLst>
          </p:cNvPr>
          <p:cNvSpPr/>
          <p:nvPr userDrawn="1"/>
        </p:nvSpPr>
        <p:spPr>
          <a:xfrm>
            <a:off x="1812037" y="2060493"/>
            <a:ext cx="6578206" cy="18127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rgbClr val="5356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524;p2">
            <a:extLst>
              <a:ext uri="{FF2B5EF4-FFF2-40B4-BE49-F238E27FC236}">
                <a16:creationId xmlns:a16="http://schemas.microsoft.com/office/drawing/2014/main" id="{1BE91755-9A49-B7EA-7599-2ED06C8D30C0}"/>
              </a:ext>
            </a:extLst>
          </p:cNvPr>
          <p:cNvSpPr txBox="1"/>
          <p:nvPr userDrawn="1"/>
        </p:nvSpPr>
        <p:spPr>
          <a:xfrm>
            <a:off x="2525386" y="2067327"/>
            <a:ext cx="614256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</a:pPr>
            <a:r>
              <a:rPr lang="pt-PT" sz="1200" b="1" u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India</a:t>
            </a:r>
            <a:endParaRPr/>
          </a:p>
        </p:txBody>
      </p:sp>
      <p:sp>
        <p:nvSpPr>
          <p:cNvPr id="267" name="Google Shape;525;p2">
            <a:extLst>
              <a:ext uri="{FF2B5EF4-FFF2-40B4-BE49-F238E27FC236}">
                <a16:creationId xmlns:a16="http://schemas.microsoft.com/office/drawing/2014/main" id="{D921EF2D-12F5-BDD9-FFCD-12DBC577F383}"/>
              </a:ext>
            </a:extLst>
          </p:cNvPr>
          <p:cNvSpPr txBox="1"/>
          <p:nvPr userDrawn="1"/>
        </p:nvSpPr>
        <p:spPr>
          <a:xfrm>
            <a:off x="1867116" y="2067327"/>
            <a:ext cx="620178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Germany</a:t>
            </a:r>
            <a:endParaRPr/>
          </a:p>
        </p:txBody>
      </p:sp>
      <p:sp>
        <p:nvSpPr>
          <p:cNvPr id="268" name="Google Shape;526;p2">
            <a:extLst>
              <a:ext uri="{FF2B5EF4-FFF2-40B4-BE49-F238E27FC236}">
                <a16:creationId xmlns:a16="http://schemas.microsoft.com/office/drawing/2014/main" id="{36578C2D-BC44-DA1B-8300-544A49EFE67B}"/>
              </a:ext>
            </a:extLst>
          </p:cNvPr>
          <p:cNvSpPr txBox="1"/>
          <p:nvPr userDrawn="1"/>
        </p:nvSpPr>
        <p:spPr>
          <a:xfrm>
            <a:off x="3177733" y="2067327"/>
            <a:ext cx="614256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Japan</a:t>
            </a:r>
            <a:endParaRPr/>
          </a:p>
        </p:txBody>
      </p:sp>
      <p:sp>
        <p:nvSpPr>
          <p:cNvPr id="269" name="Google Shape;527;p2">
            <a:extLst>
              <a:ext uri="{FF2B5EF4-FFF2-40B4-BE49-F238E27FC236}">
                <a16:creationId xmlns:a16="http://schemas.microsoft.com/office/drawing/2014/main" id="{AC14F229-5568-CC4C-D3FC-79E3C95E1C2F}"/>
              </a:ext>
            </a:extLst>
          </p:cNvPr>
          <p:cNvSpPr txBox="1"/>
          <p:nvPr userDrawn="1"/>
        </p:nvSpPr>
        <p:spPr>
          <a:xfrm>
            <a:off x="3824157" y="2067327"/>
            <a:ext cx="620179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Romania</a:t>
            </a:r>
            <a:endParaRPr/>
          </a:p>
        </p:txBody>
      </p:sp>
      <p:sp>
        <p:nvSpPr>
          <p:cNvPr id="270" name="Google Shape;528;p2">
            <a:extLst>
              <a:ext uri="{FF2B5EF4-FFF2-40B4-BE49-F238E27FC236}">
                <a16:creationId xmlns:a16="http://schemas.microsoft.com/office/drawing/2014/main" id="{7CA38ACB-7707-8765-8483-A35E5F0DB1F3}"/>
              </a:ext>
            </a:extLst>
          </p:cNvPr>
          <p:cNvSpPr txBox="1"/>
          <p:nvPr userDrawn="1"/>
        </p:nvSpPr>
        <p:spPr>
          <a:xfrm>
            <a:off x="4476189" y="2067327"/>
            <a:ext cx="619063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Sweden</a:t>
            </a:r>
            <a:endParaRPr/>
          </a:p>
        </p:txBody>
      </p:sp>
      <p:sp>
        <p:nvSpPr>
          <p:cNvPr id="271" name="Google Shape;529;p2">
            <a:extLst>
              <a:ext uri="{FF2B5EF4-FFF2-40B4-BE49-F238E27FC236}">
                <a16:creationId xmlns:a16="http://schemas.microsoft.com/office/drawing/2014/main" id="{E8A82E1D-5E24-8BE7-D610-1DFD586AA45C}"/>
              </a:ext>
            </a:extLst>
          </p:cNvPr>
          <p:cNvSpPr txBox="1"/>
          <p:nvPr userDrawn="1"/>
        </p:nvSpPr>
        <p:spPr>
          <a:xfrm>
            <a:off x="5126789" y="2067327"/>
            <a:ext cx="622556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USA</a:t>
            </a:r>
            <a:endParaRPr/>
          </a:p>
        </p:txBody>
      </p:sp>
      <p:sp>
        <p:nvSpPr>
          <p:cNvPr id="272" name="Google Shape;530;p2">
            <a:extLst>
              <a:ext uri="{FF2B5EF4-FFF2-40B4-BE49-F238E27FC236}">
                <a16:creationId xmlns:a16="http://schemas.microsoft.com/office/drawing/2014/main" id="{320F53CA-F922-4DC5-5210-3EC09F24FE4A}"/>
              </a:ext>
            </a:extLst>
          </p:cNvPr>
          <p:cNvSpPr txBox="1"/>
          <p:nvPr userDrawn="1"/>
        </p:nvSpPr>
        <p:spPr>
          <a:xfrm>
            <a:off x="5779135" y="2067327"/>
            <a:ext cx="622017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Korea</a:t>
            </a:r>
            <a:endParaRPr/>
          </a:p>
        </p:txBody>
      </p:sp>
      <p:sp>
        <p:nvSpPr>
          <p:cNvPr id="273" name="Google Shape;531;p2">
            <a:extLst>
              <a:ext uri="{FF2B5EF4-FFF2-40B4-BE49-F238E27FC236}">
                <a16:creationId xmlns:a16="http://schemas.microsoft.com/office/drawing/2014/main" id="{C0C51782-E4A3-9966-5DF8-1AE52A336F6B}"/>
              </a:ext>
            </a:extLst>
          </p:cNvPr>
          <p:cNvSpPr txBox="1"/>
          <p:nvPr userDrawn="1"/>
        </p:nvSpPr>
        <p:spPr>
          <a:xfrm>
            <a:off x="6430939" y="2067327"/>
            <a:ext cx="623101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France</a:t>
            </a:r>
            <a:endParaRPr/>
          </a:p>
        </p:txBody>
      </p:sp>
      <p:grpSp>
        <p:nvGrpSpPr>
          <p:cNvPr id="274" name="Google Shape;532;p2">
            <a:extLst>
              <a:ext uri="{FF2B5EF4-FFF2-40B4-BE49-F238E27FC236}">
                <a16:creationId xmlns:a16="http://schemas.microsoft.com/office/drawing/2014/main" id="{67684BA9-DBC6-245A-A3A9-93B2E54AF527}"/>
              </a:ext>
            </a:extLst>
          </p:cNvPr>
          <p:cNvGrpSpPr/>
          <p:nvPr userDrawn="1"/>
        </p:nvGrpSpPr>
        <p:grpSpPr>
          <a:xfrm>
            <a:off x="660996" y="2275895"/>
            <a:ext cx="6406429" cy="517092"/>
            <a:chOff x="917491" y="2184378"/>
            <a:chExt cx="7047071" cy="568800"/>
          </a:xfrm>
        </p:grpSpPr>
        <p:sp>
          <p:nvSpPr>
            <p:cNvPr id="275" name="Google Shape;533;p2">
              <a:extLst>
                <a:ext uri="{FF2B5EF4-FFF2-40B4-BE49-F238E27FC236}">
                  <a16:creationId xmlns:a16="http://schemas.microsoft.com/office/drawing/2014/main" id="{5F0CE1DC-19F3-49F4-C473-B7912C8D6A31}"/>
                </a:ext>
              </a:extLst>
            </p:cNvPr>
            <p:cNvSpPr/>
            <p:nvPr/>
          </p:nvSpPr>
          <p:spPr>
            <a:xfrm>
              <a:off x="1964394" y="2184378"/>
              <a:ext cx="6000168" cy="5688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0" tIns="14400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Barlow"/>
                <a:buNone/>
              </a:pPr>
              <a:endParaRPr sz="105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534;p2">
              <a:extLst>
                <a:ext uri="{FF2B5EF4-FFF2-40B4-BE49-F238E27FC236}">
                  <a16:creationId xmlns:a16="http://schemas.microsoft.com/office/drawing/2014/main" id="{F5AA27F4-93C2-CA29-B2F3-EEB11BA2CB82}"/>
                </a:ext>
              </a:extLst>
            </p:cNvPr>
            <p:cNvSpPr/>
            <p:nvPr/>
          </p:nvSpPr>
          <p:spPr>
            <a:xfrm>
              <a:off x="917491" y="2184378"/>
              <a:ext cx="1160491" cy="568122"/>
            </a:xfrm>
            <a:prstGeom prst="roundRect">
              <a:avLst>
                <a:gd name="adj" fmla="val 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0" tIns="7200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Barlow"/>
                <a:buNone/>
              </a:pPr>
              <a:endPara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277" name="Google Shape;535;p2">
              <a:extLst>
                <a:ext uri="{FF2B5EF4-FFF2-40B4-BE49-F238E27FC236}">
                  <a16:creationId xmlns:a16="http://schemas.microsoft.com/office/drawing/2014/main" id="{5B8C728C-0FEC-B9E4-8A0C-C29798F7BEC0}"/>
                </a:ext>
              </a:extLst>
            </p:cNvPr>
            <p:cNvGrpSpPr/>
            <p:nvPr/>
          </p:nvGrpSpPr>
          <p:grpSpPr>
            <a:xfrm>
              <a:off x="3894158" y="2339194"/>
              <a:ext cx="259168" cy="259168"/>
              <a:chOff x="8565222" y="2087432"/>
              <a:chExt cx="332203" cy="332203"/>
            </a:xfrm>
          </p:grpSpPr>
          <p:sp>
            <p:nvSpPr>
              <p:cNvPr id="306" name="Google Shape;536;p2">
                <a:extLst>
                  <a:ext uri="{FF2B5EF4-FFF2-40B4-BE49-F238E27FC236}">
                    <a16:creationId xmlns:a16="http://schemas.microsoft.com/office/drawing/2014/main" id="{AEAB194A-4A7D-5AFE-5B7A-3992AE84655D}"/>
                  </a:ext>
                </a:extLst>
              </p:cNvPr>
              <p:cNvSpPr/>
              <p:nvPr/>
            </p:nvSpPr>
            <p:spPr>
              <a:xfrm>
                <a:off x="8565222" y="2087432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307" name="Google Shape;537;p2" descr="Checkmark outline">
                <a:extLst>
                  <a:ext uri="{FF2B5EF4-FFF2-40B4-BE49-F238E27FC236}">
                    <a16:creationId xmlns:a16="http://schemas.microsoft.com/office/drawing/2014/main" id="{69B57E0E-10C3-81F3-0B22-F4C3B69480F2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8576693" y="2098903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78" name="Google Shape;538;p2">
              <a:extLst>
                <a:ext uri="{FF2B5EF4-FFF2-40B4-BE49-F238E27FC236}">
                  <a16:creationId xmlns:a16="http://schemas.microsoft.com/office/drawing/2014/main" id="{93513EA2-7221-1FA4-2F06-F994B5B75D28}"/>
                </a:ext>
              </a:extLst>
            </p:cNvPr>
            <p:cNvGrpSpPr/>
            <p:nvPr/>
          </p:nvGrpSpPr>
          <p:grpSpPr>
            <a:xfrm>
              <a:off x="3176576" y="2339194"/>
              <a:ext cx="259168" cy="259168"/>
              <a:chOff x="9676897" y="2087432"/>
              <a:chExt cx="332203" cy="332203"/>
            </a:xfrm>
          </p:grpSpPr>
          <p:sp>
            <p:nvSpPr>
              <p:cNvPr id="304" name="Google Shape;539;p2">
                <a:extLst>
                  <a:ext uri="{FF2B5EF4-FFF2-40B4-BE49-F238E27FC236}">
                    <a16:creationId xmlns:a16="http://schemas.microsoft.com/office/drawing/2014/main" id="{935B01DF-C74C-2CA0-A553-10C0939E0560}"/>
                  </a:ext>
                </a:extLst>
              </p:cNvPr>
              <p:cNvSpPr/>
              <p:nvPr/>
            </p:nvSpPr>
            <p:spPr>
              <a:xfrm>
                <a:off x="9676897" y="2087432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305" name="Google Shape;540;p2" descr="Checkmark outline">
                <a:extLst>
                  <a:ext uri="{FF2B5EF4-FFF2-40B4-BE49-F238E27FC236}">
                    <a16:creationId xmlns:a16="http://schemas.microsoft.com/office/drawing/2014/main" id="{6201DCB9-9B9C-23F5-C6AD-98FD7F4EEDE1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9688368" y="2098903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79" name="Google Shape;541;p2">
              <a:extLst>
                <a:ext uri="{FF2B5EF4-FFF2-40B4-BE49-F238E27FC236}">
                  <a16:creationId xmlns:a16="http://schemas.microsoft.com/office/drawing/2014/main" id="{745E62E8-6371-9083-14EE-6CEDB3749760}"/>
                </a:ext>
              </a:extLst>
            </p:cNvPr>
            <p:cNvGrpSpPr/>
            <p:nvPr/>
          </p:nvGrpSpPr>
          <p:grpSpPr>
            <a:xfrm>
              <a:off x="5325103" y="2339194"/>
              <a:ext cx="259168" cy="259168"/>
              <a:chOff x="10769792" y="2062033"/>
              <a:chExt cx="332203" cy="332203"/>
            </a:xfrm>
          </p:grpSpPr>
          <p:sp>
            <p:nvSpPr>
              <p:cNvPr id="302" name="Google Shape;542;p2">
                <a:extLst>
                  <a:ext uri="{FF2B5EF4-FFF2-40B4-BE49-F238E27FC236}">
                    <a16:creationId xmlns:a16="http://schemas.microsoft.com/office/drawing/2014/main" id="{6E1CF733-C1DD-8103-A962-E4FC19846FC1}"/>
                  </a:ext>
                </a:extLst>
              </p:cNvPr>
              <p:cNvSpPr/>
              <p:nvPr/>
            </p:nvSpPr>
            <p:spPr>
              <a:xfrm>
                <a:off x="10769792" y="2062033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 u="sng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303" name="Google Shape;543;p2" descr="Checkmark outline">
                <a:extLst>
                  <a:ext uri="{FF2B5EF4-FFF2-40B4-BE49-F238E27FC236}">
                    <a16:creationId xmlns:a16="http://schemas.microsoft.com/office/drawing/2014/main" id="{464C908E-D523-3C38-7196-06EA0CC52FA1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10781263" y="2073504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sp>
          <p:nvSpPr>
            <p:cNvPr id="280" name="Google Shape;544;p2">
              <a:extLst>
                <a:ext uri="{FF2B5EF4-FFF2-40B4-BE49-F238E27FC236}">
                  <a16:creationId xmlns:a16="http://schemas.microsoft.com/office/drawing/2014/main" id="{04DF9C54-DF7A-7640-4DB4-FFE8E9980433}"/>
                </a:ext>
              </a:extLst>
            </p:cNvPr>
            <p:cNvSpPr/>
            <p:nvPr/>
          </p:nvSpPr>
          <p:spPr>
            <a:xfrm rot="5400000">
              <a:off x="1877524" y="2384839"/>
              <a:ext cx="568121" cy="167201"/>
            </a:xfrm>
            <a:prstGeom prst="triangle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1" name="Google Shape;545;p2">
              <a:extLst>
                <a:ext uri="{FF2B5EF4-FFF2-40B4-BE49-F238E27FC236}">
                  <a16:creationId xmlns:a16="http://schemas.microsoft.com/office/drawing/2014/main" id="{32CD4A70-480B-00AF-86A1-3364FB09C291}"/>
                </a:ext>
              </a:extLst>
            </p:cNvPr>
            <p:cNvSpPr/>
            <p:nvPr/>
          </p:nvSpPr>
          <p:spPr>
            <a:xfrm>
              <a:off x="2071602" y="2184646"/>
              <a:ext cx="173582" cy="567587"/>
            </a:xfrm>
            <a:prstGeom prst="chevron">
              <a:avLst>
                <a:gd name="adj" fmla="val 73545"/>
              </a:avLst>
            </a:prstGeom>
            <a:solidFill>
              <a:srgbClr val="001F47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2" name="Google Shape;546;p2">
              <a:extLst>
                <a:ext uri="{FF2B5EF4-FFF2-40B4-BE49-F238E27FC236}">
                  <a16:creationId xmlns:a16="http://schemas.microsoft.com/office/drawing/2014/main" id="{F9E641ED-A17C-18B9-CE23-4294DB145F62}"/>
                </a:ext>
              </a:extLst>
            </p:cNvPr>
            <p:cNvSpPr txBox="1"/>
            <p:nvPr/>
          </p:nvSpPr>
          <p:spPr>
            <a:xfrm>
              <a:off x="1081596" y="2376106"/>
              <a:ext cx="11556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200"/>
                <a:buFont typeface="Barlow SemiBold"/>
                <a:buNone/>
              </a:pPr>
              <a:r>
                <a:rPr lang="pt-PT" sz="1200" b="1" i="0" u="none" strike="noStrike" cap="none">
                  <a:solidFill>
                    <a:srgbClr val="7F7F7F"/>
                  </a:solidFill>
                  <a:latin typeface="Barlow SemiBold"/>
                  <a:ea typeface="Barlow SemiBold"/>
                  <a:cs typeface="Barlow SemiBold"/>
                  <a:sym typeface="Barlow SemiBold"/>
                </a:rPr>
                <a:t>Firewalls</a:t>
              </a:r>
              <a:endParaRPr sz="900" b="0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endParaRPr>
            </a:p>
          </p:txBody>
        </p:sp>
        <p:grpSp>
          <p:nvGrpSpPr>
            <p:cNvPr id="283" name="Google Shape;547;p2">
              <a:extLst>
                <a:ext uri="{FF2B5EF4-FFF2-40B4-BE49-F238E27FC236}">
                  <a16:creationId xmlns:a16="http://schemas.microsoft.com/office/drawing/2014/main" id="{360438B0-F33F-034B-7FBF-E08D44E09BEB}"/>
                </a:ext>
              </a:extLst>
            </p:cNvPr>
            <p:cNvGrpSpPr/>
            <p:nvPr/>
          </p:nvGrpSpPr>
          <p:grpSpPr>
            <a:xfrm>
              <a:off x="6759968" y="2339194"/>
              <a:ext cx="259168" cy="259168"/>
              <a:chOff x="10769792" y="2062033"/>
              <a:chExt cx="332203" cy="332203"/>
            </a:xfrm>
          </p:grpSpPr>
          <p:sp>
            <p:nvSpPr>
              <p:cNvPr id="300" name="Google Shape;548;p2">
                <a:extLst>
                  <a:ext uri="{FF2B5EF4-FFF2-40B4-BE49-F238E27FC236}">
                    <a16:creationId xmlns:a16="http://schemas.microsoft.com/office/drawing/2014/main" id="{E0B35017-E4BA-3829-92E1-E5ACA2C78EDB}"/>
                  </a:ext>
                </a:extLst>
              </p:cNvPr>
              <p:cNvSpPr/>
              <p:nvPr/>
            </p:nvSpPr>
            <p:spPr>
              <a:xfrm>
                <a:off x="10769792" y="2062033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301" name="Google Shape;549;p2" descr="Checkmark outline">
                <a:extLst>
                  <a:ext uri="{FF2B5EF4-FFF2-40B4-BE49-F238E27FC236}">
                    <a16:creationId xmlns:a16="http://schemas.microsoft.com/office/drawing/2014/main" id="{B79FED6E-E9EC-6A4D-2419-3B9E5971BA15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10781263" y="2073504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84" name="Google Shape;550;p2">
              <a:extLst>
                <a:ext uri="{FF2B5EF4-FFF2-40B4-BE49-F238E27FC236}">
                  <a16:creationId xmlns:a16="http://schemas.microsoft.com/office/drawing/2014/main" id="{95B98942-9939-8238-DA2C-EE17C8DCC6C3}"/>
                </a:ext>
              </a:extLst>
            </p:cNvPr>
            <p:cNvGrpSpPr/>
            <p:nvPr/>
          </p:nvGrpSpPr>
          <p:grpSpPr>
            <a:xfrm>
              <a:off x="2455737" y="2339194"/>
              <a:ext cx="259168" cy="259168"/>
              <a:chOff x="9688368" y="4462279"/>
              <a:chExt cx="332203" cy="332203"/>
            </a:xfrm>
          </p:grpSpPr>
          <p:sp>
            <p:nvSpPr>
              <p:cNvPr id="298" name="Google Shape;551;p2">
                <a:extLst>
                  <a:ext uri="{FF2B5EF4-FFF2-40B4-BE49-F238E27FC236}">
                    <a16:creationId xmlns:a16="http://schemas.microsoft.com/office/drawing/2014/main" id="{6D63513E-0BB4-A680-A85F-FE1C8D7647A5}"/>
                  </a:ext>
                </a:extLst>
              </p:cNvPr>
              <p:cNvSpPr/>
              <p:nvPr/>
            </p:nvSpPr>
            <p:spPr>
              <a:xfrm>
                <a:off x="9688368" y="4462279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299" name="Google Shape;552;p2" descr="Checkmark outline">
                <a:extLst>
                  <a:ext uri="{FF2B5EF4-FFF2-40B4-BE49-F238E27FC236}">
                    <a16:creationId xmlns:a16="http://schemas.microsoft.com/office/drawing/2014/main" id="{BA2354FC-CFA8-EC0C-D723-C3E62CC95250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9699839" y="4473750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85" name="Google Shape;553;p2">
              <a:extLst>
                <a:ext uri="{FF2B5EF4-FFF2-40B4-BE49-F238E27FC236}">
                  <a16:creationId xmlns:a16="http://schemas.microsoft.com/office/drawing/2014/main" id="{DDE3451C-020B-33A8-2520-D651BF3A918D}"/>
                </a:ext>
              </a:extLst>
            </p:cNvPr>
            <p:cNvGrpSpPr/>
            <p:nvPr/>
          </p:nvGrpSpPr>
          <p:grpSpPr>
            <a:xfrm>
              <a:off x="4608482" y="2339194"/>
              <a:ext cx="259168" cy="259168"/>
              <a:chOff x="9688368" y="4462279"/>
              <a:chExt cx="332203" cy="332203"/>
            </a:xfrm>
          </p:grpSpPr>
          <p:sp>
            <p:nvSpPr>
              <p:cNvPr id="296" name="Google Shape;554;p2">
                <a:extLst>
                  <a:ext uri="{FF2B5EF4-FFF2-40B4-BE49-F238E27FC236}">
                    <a16:creationId xmlns:a16="http://schemas.microsoft.com/office/drawing/2014/main" id="{F4AD4FF7-1B27-5080-D84C-490FB6560320}"/>
                  </a:ext>
                </a:extLst>
              </p:cNvPr>
              <p:cNvSpPr/>
              <p:nvPr/>
            </p:nvSpPr>
            <p:spPr>
              <a:xfrm>
                <a:off x="9688368" y="4462279"/>
                <a:ext cx="332203" cy="3322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pic>
            <p:nvPicPr>
              <p:cNvPr id="297" name="Google Shape;555;p2" descr="Checkmark outline">
                <a:extLst>
                  <a:ext uri="{FF2B5EF4-FFF2-40B4-BE49-F238E27FC236}">
                    <a16:creationId xmlns:a16="http://schemas.microsoft.com/office/drawing/2014/main" id="{1CCB46F3-421F-1FC2-9BA4-7DBC88804996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9699839" y="4473750"/>
                <a:ext cx="309261" cy="30926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86" name="Google Shape;556;p2">
              <a:extLst>
                <a:ext uri="{FF2B5EF4-FFF2-40B4-BE49-F238E27FC236}">
                  <a16:creationId xmlns:a16="http://schemas.microsoft.com/office/drawing/2014/main" id="{E60727AE-A332-ED60-FD5B-54549F354771}"/>
                </a:ext>
              </a:extLst>
            </p:cNvPr>
            <p:cNvGrpSpPr/>
            <p:nvPr/>
          </p:nvGrpSpPr>
          <p:grpSpPr>
            <a:xfrm>
              <a:off x="6042685" y="2217446"/>
              <a:ext cx="469143" cy="380916"/>
              <a:chOff x="2486182" y="2575358"/>
              <a:chExt cx="469143" cy="380916"/>
            </a:xfrm>
          </p:grpSpPr>
          <p:sp>
            <p:nvSpPr>
              <p:cNvPr id="292" name="Google Shape;557;p2">
                <a:extLst>
                  <a:ext uri="{FF2B5EF4-FFF2-40B4-BE49-F238E27FC236}">
                    <a16:creationId xmlns:a16="http://schemas.microsoft.com/office/drawing/2014/main" id="{1B27C6FA-4681-AFF1-BFAD-43268CBE6145}"/>
                  </a:ext>
                </a:extLst>
              </p:cNvPr>
              <p:cNvSpPr txBox="1"/>
              <p:nvPr/>
            </p:nvSpPr>
            <p:spPr>
              <a:xfrm>
                <a:off x="2681539" y="2575358"/>
                <a:ext cx="273786" cy="1077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700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rPr>
                  <a:t>(7)</a:t>
                </a:r>
                <a:endParaRPr/>
              </a:p>
            </p:txBody>
          </p:sp>
          <p:grpSp>
            <p:nvGrpSpPr>
              <p:cNvPr id="293" name="Google Shape;558;p2">
                <a:extLst>
                  <a:ext uri="{FF2B5EF4-FFF2-40B4-BE49-F238E27FC236}">
                    <a16:creationId xmlns:a16="http://schemas.microsoft.com/office/drawing/2014/main" id="{6DB2341B-EFE9-893B-7C5D-C01C1A4E3DF6}"/>
                  </a:ext>
                </a:extLst>
              </p:cNvPr>
              <p:cNvGrpSpPr/>
              <p:nvPr/>
            </p:nvGrpSpPr>
            <p:grpSpPr>
              <a:xfrm>
                <a:off x="2486182" y="2697074"/>
                <a:ext cx="259200" cy="259200"/>
                <a:chOff x="3942413" y="5399544"/>
                <a:chExt cx="192352" cy="192351"/>
              </a:xfrm>
            </p:grpSpPr>
            <p:sp>
              <p:nvSpPr>
                <p:cNvPr id="294" name="Google Shape;559;p2">
                  <a:extLst>
                    <a:ext uri="{FF2B5EF4-FFF2-40B4-BE49-F238E27FC236}">
                      <a16:creationId xmlns:a16="http://schemas.microsoft.com/office/drawing/2014/main" id="{C8B7D6CC-D394-C24E-0CCC-F67E893A266A}"/>
                    </a:ext>
                  </a:extLst>
                </p:cNvPr>
                <p:cNvSpPr/>
                <p:nvPr/>
              </p:nvSpPr>
              <p:spPr>
                <a:xfrm>
                  <a:off x="3942413" y="5399544"/>
                  <a:ext cx="192352" cy="192351"/>
                </a:xfrm>
                <a:prstGeom prst="rect">
                  <a:avLst/>
                </a:prstGeom>
                <a:solidFill>
                  <a:srgbClr val="EBE600"/>
                </a:solidFill>
                <a:ln>
                  <a:noFill/>
                </a:ln>
              </p:spPr>
              <p:txBody>
                <a:bodyPr spcFirstLastPara="1" wrap="square" lIns="88900" tIns="88900" rIns="88900" bIns="889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endParaRPr sz="1600" b="1">
                    <a:solidFill>
                      <a:schemeClr val="lt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295" name="Google Shape;560;p2">
                  <a:extLst>
                    <a:ext uri="{FF2B5EF4-FFF2-40B4-BE49-F238E27FC236}">
                      <a16:creationId xmlns:a16="http://schemas.microsoft.com/office/drawing/2014/main" id="{DF8F2AC0-5A0F-559A-6E1B-DD79D2883158}"/>
                    </a:ext>
                  </a:extLst>
                </p:cNvPr>
                <p:cNvSpPr/>
                <p:nvPr/>
              </p:nvSpPr>
              <p:spPr>
                <a:xfrm>
                  <a:off x="3955210" y="5490369"/>
                  <a:ext cx="166758" cy="10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" h="9" extrusionOk="0">
                      <a:moveTo>
                        <a:pt x="139" y="0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0"/>
                        <a:pt x="0" y="2"/>
                        <a:pt x="0" y="5"/>
                      </a:cubicBezTo>
                      <a:cubicBezTo>
                        <a:pt x="0" y="7"/>
                        <a:pt x="3" y="9"/>
                        <a:pt x="5" y="9"/>
                      </a:cubicBezTo>
                      <a:cubicBezTo>
                        <a:pt x="139" y="9"/>
                        <a:pt x="139" y="9"/>
                        <a:pt x="139" y="9"/>
                      </a:cubicBezTo>
                      <a:cubicBezTo>
                        <a:pt x="142" y="9"/>
                        <a:pt x="144" y="7"/>
                        <a:pt x="144" y="5"/>
                      </a:cubicBezTo>
                      <a:cubicBezTo>
                        <a:pt x="144" y="2"/>
                        <a:pt x="142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5400" cap="flat" cmpd="sng">
                  <a:solidFill>
                    <a:schemeClr val="lt1"/>
                  </a:solidFill>
                  <a:prstDash val="solid"/>
                  <a:miter lim="8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80675" tIns="40325" rIns="80675" bIns="4032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88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</p:grpSp>
        <p:grpSp>
          <p:nvGrpSpPr>
            <p:cNvPr id="287" name="Google Shape;561;p2">
              <a:extLst>
                <a:ext uri="{FF2B5EF4-FFF2-40B4-BE49-F238E27FC236}">
                  <a16:creationId xmlns:a16="http://schemas.microsoft.com/office/drawing/2014/main" id="{9012E599-9564-13A9-7AB1-E97B3725E810}"/>
                </a:ext>
              </a:extLst>
            </p:cNvPr>
            <p:cNvGrpSpPr/>
            <p:nvPr/>
          </p:nvGrpSpPr>
          <p:grpSpPr>
            <a:xfrm>
              <a:off x="7477549" y="2217446"/>
              <a:ext cx="469143" cy="380916"/>
              <a:chOff x="2486182" y="2575358"/>
              <a:chExt cx="469143" cy="380916"/>
            </a:xfrm>
          </p:grpSpPr>
          <p:sp>
            <p:nvSpPr>
              <p:cNvPr id="288" name="Google Shape;562;p2">
                <a:extLst>
                  <a:ext uri="{FF2B5EF4-FFF2-40B4-BE49-F238E27FC236}">
                    <a16:creationId xmlns:a16="http://schemas.microsoft.com/office/drawing/2014/main" id="{4F63527D-066F-9383-3308-4F70158422FE}"/>
                  </a:ext>
                </a:extLst>
              </p:cNvPr>
              <p:cNvSpPr txBox="1"/>
              <p:nvPr/>
            </p:nvSpPr>
            <p:spPr>
              <a:xfrm>
                <a:off x="2681539" y="2575358"/>
                <a:ext cx="273786" cy="1077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700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rPr>
                  <a:t>(9)</a:t>
                </a:r>
                <a:endParaRPr/>
              </a:p>
            </p:txBody>
          </p:sp>
          <p:grpSp>
            <p:nvGrpSpPr>
              <p:cNvPr id="289" name="Google Shape;563;p2">
                <a:extLst>
                  <a:ext uri="{FF2B5EF4-FFF2-40B4-BE49-F238E27FC236}">
                    <a16:creationId xmlns:a16="http://schemas.microsoft.com/office/drawing/2014/main" id="{42A7918F-2CE8-C6EE-FFA1-0E7ECC8A7E00}"/>
                  </a:ext>
                </a:extLst>
              </p:cNvPr>
              <p:cNvGrpSpPr/>
              <p:nvPr/>
            </p:nvGrpSpPr>
            <p:grpSpPr>
              <a:xfrm>
                <a:off x="2486182" y="2697074"/>
                <a:ext cx="259200" cy="259200"/>
                <a:chOff x="3942413" y="5399544"/>
                <a:chExt cx="192352" cy="192351"/>
              </a:xfrm>
            </p:grpSpPr>
            <p:sp>
              <p:nvSpPr>
                <p:cNvPr id="290" name="Google Shape;564;p2">
                  <a:extLst>
                    <a:ext uri="{FF2B5EF4-FFF2-40B4-BE49-F238E27FC236}">
                      <a16:creationId xmlns:a16="http://schemas.microsoft.com/office/drawing/2014/main" id="{CC3C8F04-D2DB-EF8C-2CE8-363A8BD625F6}"/>
                    </a:ext>
                  </a:extLst>
                </p:cNvPr>
                <p:cNvSpPr/>
                <p:nvPr/>
              </p:nvSpPr>
              <p:spPr>
                <a:xfrm>
                  <a:off x="3942413" y="5399544"/>
                  <a:ext cx="192352" cy="192351"/>
                </a:xfrm>
                <a:prstGeom prst="rect">
                  <a:avLst/>
                </a:prstGeom>
                <a:solidFill>
                  <a:srgbClr val="EBE600"/>
                </a:solidFill>
                <a:ln>
                  <a:noFill/>
                </a:ln>
              </p:spPr>
              <p:txBody>
                <a:bodyPr spcFirstLastPara="1" wrap="square" lIns="88900" tIns="88900" rIns="88900" bIns="889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endParaRPr sz="1600" b="1">
                    <a:solidFill>
                      <a:schemeClr val="lt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291" name="Google Shape;565;p2">
                  <a:extLst>
                    <a:ext uri="{FF2B5EF4-FFF2-40B4-BE49-F238E27FC236}">
                      <a16:creationId xmlns:a16="http://schemas.microsoft.com/office/drawing/2014/main" id="{F80DBFE2-3190-42E4-5369-3116A2199A7F}"/>
                    </a:ext>
                  </a:extLst>
                </p:cNvPr>
                <p:cNvSpPr/>
                <p:nvPr/>
              </p:nvSpPr>
              <p:spPr>
                <a:xfrm>
                  <a:off x="3955210" y="5490369"/>
                  <a:ext cx="166758" cy="10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" h="9" extrusionOk="0">
                      <a:moveTo>
                        <a:pt x="139" y="0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3" y="0"/>
                        <a:pt x="0" y="2"/>
                        <a:pt x="0" y="5"/>
                      </a:cubicBezTo>
                      <a:cubicBezTo>
                        <a:pt x="0" y="7"/>
                        <a:pt x="3" y="9"/>
                        <a:pt x="5" y="9"/>
                      </a:cubicBezTo>
                      <a:cubicBezTo>
                        <a:pt x="139" y="9"/>
                        <a:pt x="139" y="9"/>
                        <a:pt x="139" y="9"/>
                      </a:cubicBezTo>
                      <a:cubicBezTo>
                        <a:pt x="142" y="9"/>
                        <a:pt x="144" y="7"/>
                        <a:pt x="144" y="5"/>
                      </a:cubicBezTo>
                      <a:cubicBezTo>
                        <a:pt x="144" y="2"/>
                        <a:pt x="142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5400" cap="flat" cmpd="sng">
                  <a:solidFill>
                    <a:schemeClr val="lt1"/>
                  </a:solidFill>
                  <a:prstDash val="solid"/>
                  <a:miter lim="8000"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spcFirstLastPara="1" wrap="square" lIns="80675" tIns="40325" rIns="80675" bIns="4032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88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</p:grpSp>
      </p:grpSp>
      <p:sp>
        <p:nvSpPr>
          <p:cNvPr id="308" name="Google Shape;566;p2">
            <a:extLst>
              <a:ext uri="{FF2B5EF4-FFF2-40B4-BE49-F238E27FC236}">
                <a16:creationId xmlns:a16="http://schemas.microsoft.com/office/drawing/2014/main" id="{FA82C7B7-36BE-E673-DE00-44A00863261C}"/>
              </a:ext>
            </a:extLst>
          </p:cNvPr>
          <p:cNvSpPr/>
          <p:nvPr userDrawn="1"/>
        </p:nvSpPr>
        <p:spPr>
          <a:xfrm>
            <a:off x="1612726" y="2275895"/>
            <a:ext cx="6777519" cy="5170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144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endParaRPr sz="105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567;p2">
            <a:extLst>
              <a:ext uri="{FF2B5EF4-FFF2-40B4-BE49-F238E27FC236}">
                <a16:creationId xmlns:a16="http://schemas.microsoft.com/office/drawing/2014/main" id="{9F9AFACE-32D0-7E4E-1553-6609DFCFF77B}"/>
              </a:ext>
            </a:extLst>
          </p:cNvPr>
          <p:cNvSpPr/>
          <p:nvPr userDrawn="1"/>
        </p:nvSpPr>
        <p:spPr>
          <a:xfrm>
            <a:off x="660996" y="2275895"/>
            <a:ext cx="1054992" cy="516475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0" name="Google Shape;568;p2">
            <a:extLst>
              <a:ext uri="{FF2B5EF4-FFF2-40B4-BE49-F238E27FC236}">
                <a16:creationId xmlns:a16="http://schemas.microsoft.com/office/drawing/2014/main" id="{6CE45C48-093A-A6B7-C728-8BCA9C17569C}"/>
              </a:ext>
            </a:extLst>
          </p:cNvPr>
          <p:cNvSpPr/>
          <p:nvPr userDrawn="1"/>
        </p:nvSpPr>
        <p:spPr>
          <a:xfrm rot="5400000">
            <a:off x="1533753" y="2458133"/>
            <a:ext cx="516475" cy="152001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1" name="Google Shape;569;p2">
            <a:extLst>
              <a:ext uri="{FF2B5EF4-FFF2-40B4-BE49-F238E27FC236}">
                <a16:creationId xmlns:a16="http://schemas.microsoft.com/office/drawing/2014/main" id="{543A7CC1-F1CA-4717-67A0-D4FF5963533B}"/>
              </a:ext>
            </a:extLst>
          </p:cNvPr>
          <p:cNvSpPr/>
          <p:nvPr userDrawn="1"/>
        </p:nvSpPr>
        <p:spPr>
          <a:xfrm>
            <a:off x="1710188" y="2276139"/>
            <a:ext cx="157802" cy="515989"/>
          </a:xfrm>
          <a:prstGeom prst="chevron">
            <a:avLst>
              <a:gd name="adj" fmla="val 73545"/>
            </a:avLst>
          </a:prstGeom>
          <a:solidFill>
            <a:srgbClr val="001F47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2" name="Google Shape;570;p2">
            <a:extLst>
              <a:ext uri="{FF2B5EF4-FFF2-40B4-BE49-F238E27FC236}">
                <a16:creationId xmlns:a16="http://schemas.microsoft.com/office/drawing/2014/main" id="{632D1741-A6B3-8F92-4A2F-E82F29550DD3}"/>
              </a:ext>
            </a:extLst>
          </p:cNvPr>
          <p:cNvSpPr txBox="1"/>
          <p:nvPr userDrawn="1"/>
        </p:nvSpPr>
        <p:spPr>
          <a:xfrm>
            <a:off x="810183" y="2450194"/>
            <a:ext cx="1050546" cy="167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Barlow SemiBold"/>
              <a:buNone/>
            </a:pPr>
            <a:r>
              <a:rPr lang="pt-PT" sz="12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Firewalls</a:t>
            </a:r>
            <a:endParaRPr sz="900" b="0" i="0" u="none" strike="noStrike" cap="none">
              <a:solidFill>
                <a:srgbClr val="7F7F7F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313" name="Google Shape;577;p2">
            <a:extLst>
              <a:ext uri="{FF2B5EF4-FFF2-40B4-BE49-F238E27FC236}">
                <a16:creationId xmlns:a16="http://schemas.microsoft.com/office/drawing/2014/main" id="{E0D4ECCD-CEAD-CF4D-26A0-9BEB93B86BD9}"/>
              </a:ext>
            </a:extLst>
          </p:cNvPr>
          <p:cNvSpPr/>
          <p:nvPr userDrawn="1"/>
        </p:nvSpPr>
        <p:spPr>
          <a:xfrm>
            <a:off x="1612726" y="2827477"/>
            <a:ext cx="6777519" cy="5170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144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endParaRPr sz="105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581;p2">
            <a:extLst>
              <a:ext uri="{FF2B5EF4-FFF2-40B4-BE49-F238E27FC236}">
                <a16:creationId xmlns:a16="http://schemas.microsoft.com/office/drawing/2014/main" id="{DBA42B34-F44C-63E1-C8CE-04638D427D35}"/>
              </a:ext>
            </a:extLst>
          </p:cNvPr>
          <p:cNvSpPr/>
          <p:nvPr userDrawn="1"/>
        </p:nvSpPr>
        <p:spPr>
          <a:xfrm>
            <a:off x="858516" y="2827477"/>
            <a:ext cx="871350" cy="515750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5" name="Google Shape;582;p2">
            <a:extLst>
              <a:ext uri="{FF2B5EF4-FFF2-40B4-BE49-F238E27FC236}">
                <a16:creationId xmlns:a16="http://schemas.microsoft.com/office/drawing/2014/main" id="{C0CE20E5-80D3-39BF-669D-0185E14E8260}"/>
              </a:ext>
            </a:extLst>
          </p:cNvPr>
          <p:cNvSpPr/>
          <p:nvPr userDrawn="1"/>
        </p:nvSpPr>
        <p:spPr>
          <a:xfrm rot="5400000">
            <a:off x="1533753" y="3009352"/>
            <a:ext cx="516475" cy="152001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6" name="Google Shape;583;p2">
            <a:extLst>
              <a:ext uri="{FF2B5EF4-FFF2-40B4-BE49-F238E27FC236}">
                <a16:creationId xmlns:a16="http://schemas.microsoft.com/office/drawing/2014/main" id="{4B906963-D33A-2377-F860-CBC2C90185C3}"/>
              </a:ext>
            </a:extLst>
          </p:cNvPr>
          <p:cNvSpPr/>
          <p:nvPr userDrawn="1"/>
        </p:nvSpPr>
        <p:spPr>
          <a:xfrm>
            <a:off x="1710188" y="2827358"/>
            <a:ext cx="157802" cy="515989"/>
          </a:xfrm>
          <a:prstGeom prst="chevron">
            <a:avLst>
              <a:gd name="adj" fmla="val 73545"/>
            </a:avLst>
          </a:prstGeom>
          <a:solidFill>
            <a:srgbClr val="001F47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17" name="Google Shape;584;p2">
            <a:extLst>
              <a:ext uri="{FF2B5EF4-FFF2-40B4-BE49-F238E27FC236}">
                <a16:creationId xmlns:a16="http://schemas.microsoft.com/office/drawing/2014/main" id="{B84A5324-1AFE-4F36-9A49-D50D1ACA5F71}"/>
              </a:ext>
            </a:extLst>
          </p:cNvPr>
          <p:cNvSpPr txBox="1"/>
          <p:nvPr userDrawn="1"/>
        </p:nvSpPr>
        <p:spPr>
          <a:xfrm>
            <a:off x="810183" y="2918144"/>
            <a:ext cx="1050546" cy="33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Barlow SemiBold"/>
              <a:buNone/>
            </a:pPr>
            <a:r>
              <a:rPr lang="pt-PT" sz="12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Access &amp; Management</a:t>
            </a:r>
            <a:endParaRPr sz="900" i="0" u="none" strike="noStrike" cap="none">
              <a:solidFill>
                <a:srgbClr val="7F7F7F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318" name="Google Shape;585;p2">
            <a:extLst>
              <a:ext uri="{FF2B5EF4-FFF2-40B4-BE49-F238E27FC236}">
                <a16:creationId xmlns:a16="http://schemas.microsoft.com/office/drawing/2014/main" id="{5378F335-DC15-2A95-B0B1-048AF6A19EA6}"/>
              </a:ext>
            </a:extLst>
          </p:cNvPr>
          <p:cNvSpPr/>
          <p:nvPr userDrawn="1"/>
        </p:nvSpPr>
        <p:spPr>
          <a:xfrm>
            <a:off x="1612726" y="3929918"/>
            <a:ext cx="6777518" cy="5170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144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endParaRPr sz="105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586;p2">
            <a:extLst>
              <a:ext uri="{FF2B5EF4-FFF2-40B4-BE49-F238E27FC236}">
                <a16:creationId xmlns:a16="http://schemas.microsoft.com/office/drawing/2014/main" id="{3E475E15-460E-A1B0-4BE9-F8D973BBE892}"/>
              </a:ext>
            </a:extLst>
          </p:cNvPr>
          <p:cNvSpPr/>
          <p:nvPr userDrawn="1"/>
        </p:nvSpPr>
        <p:spPr>
          <a:xfrm>
            <a:off x="665910" y="3929918"/>
            <a:ext cx="1059128" cy="516475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0" name="Google Shape;587;p2">
            <a:extLst>
              <a:ext uri="{FF2B5EF4-FFF2-40B4-BE49-F238E27FC236}">
                <a16:creationId xmlns:a16="http://schemas.microsoft.com/office/drawing/2014/main" id="{9912714D-6711-87E6-69B9-2D3835AE9D4A}"/>
              </a:ext>
            </a:extLst>
          </p:cNvPr>
          <p:cNvSpPr/>
          <p:nvPr userDrawn="1"/>
        </p:nvSpPr>
        <p:spPr>
          <a:xfrm rot="5400000">
            <a:off x="1538667" y="4112156"/>
            <a:ext cx="516475" cy="152001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1" name="Google Shape;588;p2">
            <a:extLst>
              <a:ext uri="{FF2B5EF4-FFF2-40B4-BE49-F238E27FC236}">
                <a16:creationId xmlns:a16="http://schemas.microsoft.com/office/drawing/2014/main" id="{8D527026-BA37-DD09-4C36-541933FF43E1}"/>
              </a:ext>
            </a:extLst>
          </p:cNvPr>
          <p:cNvSpPr/>
          <p:nvPr userDrawn="1"/>
        </p:nvSpPr>
        <p:spPr>
          <a:xfrm>
            <a:off x="1715102" y="3930161"/>
            <a:ext cx="157802" cy="515989"/>
          </a:xfrm>
          <a:prstGeom prst="chevron">
            <a:avLst>
              <a:gd name="adj" fmla="val 73545"/>
            </a:avLst>
          </a:prstGeom>
          <a:solidFill>
            <a:srgbClr val="001F47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2" name="Google Shape;589;p2">
            <a:extLst>
              <a:ext uri="{FF2B5EF4-FFF2-40B4-BE49-F238E27FC236}">
                <a16:creationId xmlns:a16="http://schemas.microsoft.com/office/drawing/2014/main" id="{ABD4CBDB-A862-B9D9-929D-B711AFB14869}"/>
              </a:ext>
            </a:extLst>
          </p:cNvPr>
          <p:cNvSpPr txBox="1"/>
          <p:nvPr userDrawn="1"/>
        </p:nvSpPr>
        <p:spPr>
          <a:xfrm>
            <a:off x="810183" y="4048566"/>
            <a:ext cx="1050546" cy="27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Barlow SemiBold"/>
              <a:buNone/>
            </a:pPr>
            <a:r>
              <a:rPr lang="pt-PT" sz="12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Software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Barlow SemiBold"/>
              <a:buNone/>
            </a:pPr>
            <a:r>
              <a:rPr lang="pt-PT" sz="8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(Versions &amp; upgrades)</a:t>
            </a:r>
            <a:endParaRPr/>
          </a:p>
        </p:txBody>
      </p:sp>
      <p:sp>
        <p:nvSpPr>
          <p:cNvPr id="323" name="Google Shape;593;p2">
            <a:extLst>
              <a:ext uri="{FF2B5EF4-FFF2-40B4-BE49-F238E27FC236}">
                <a16:creationId xmlns:a16="http://schemas.microsoft.com/office/drawing/2014/main" id="{602B199B-12B5-F7A5-AE2D-EDDA4A79B893}"/>
              </a:ext>
            </a:extLst>
          </p:cNvPr>
          <p:cNvSpPr/>
          <p:nvPr userDrawn="1"/>
        </p:nvSpPr>
        <p:spPr>
          <a:xfrm>
            <a:off x="1612726" y="3378697"/>
            <a:ext cx="6777519" cy="5170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144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Barlow"/>
              <a:buNone/>
            </a:pPr>
            <a:endParaRPr sz="105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594;p2">
            <a:extLst>
              <a:ext uri="{FF2B5EF4-FFF2-40B4-BE49-F238E27FC236}">
                <a16:creationId xmlns:a16="http://schemas.microsoft.com/office/drawing/2014/main" id="{51C6ED49-7B0F-3478-E348-EE3122A960B8}"/>
              </a:ext>
            </a:extLst>
          </p:cNvPr>
          <p:cNvSpPr/>
          <p:nvPr userDrawn="1"/>
        </p:nvSpPr>
        <p:spPr>
          <a:xfrm>
            <a:off x="665910" y="3378697"/>
            <a:ext cx="1059128" cy="516475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0" tIns="720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None/>
            </a:pP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5" name="Google Shape;595;p2">
            <a:extLst>
              <a:ext uri="{FF2B5EF4-FFF2-40B4-BE49-F238E27FC236}">
                <a16:creationId xmlns:a16="http://schemas.microsoft.com/office/drawing/2014/main" id="{00ACB5F6-AD15-78E5-9C0F-D1800595C95A}"/>
              </a:ext>
            </a:extLst>
          </p:cNvPr>
          <p:cNvSpPr/>
          <p:nvPr userDrawn="1"/>
        </p:nvSpPr>
        <p:spPr>
          <a:xfrm rot="5400000">
            <a:off x="1538667" y="3560935"/>
            <a:ext cx="516475" cy="152001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6" name="Google Shape;596;p2">
            <a:extLst>
              <a:ext uri="{FF2B5EF4-FFF2-40B4-BE49-F238E27FC236}">
                <a16:creationId xmlns:a16="http://schemas.microsoft.com/office/drawing/2014/main" id="{3085C089-7E4B-D97D-6641-4263A7DE2FDF}"/>
              </a:ext>
            </a:extLst>
          </p:cNvPr>
          <p:cNvSpPr/>
          <p:nvPr userDrawn="1"/>
        </p:nvSpPr>
        <p:spPr>
          <a:xfrm>
            <a:off x="1715102" y="3378941"/>
            <a:ext cx="157802" cy="515989"/>
          </a:xfrm>
          <a:prstGeom prst="chevron">
            <a:avLst>
              <a:gd name="adj" fmla="val 73545"/>
            </a:avLst>
          </a:prstGeom>
          <a:solidFill>
            <a:srgbClr val="001F47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27" name="Google Shape;597;p2">
            <a:extLst>
              <a:ext uri="{FF2B5EF4-FFF2-40B4-BE49-F238E27FC236}">
                <a16:creationId xmlns:a16="http://schemas.microsoft.com/office/drawing/2014/main" id="{CD84A9A9-9220-6C4F-A2C2-9DD6514D75C2}"/>
              </a:ext>
            </a:extLst>
          </p:cNvPr>
          <p:cNvSpPr txBox="1"/>
          <p:nvPr userDrawn="1"/>
        </p:nvSpPr>
        <p:spPr>
          <a:xfrm>
            <a:off x="810169" y="3469365"/>
            <a:ext cx="1050573" cy="33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Barlow SemiBold"/>
              <a:buNone/>
            </a:pPr>
            <a:r>
              <a:rPr lang="pt-PT" sz="1200" b="1" i="0" u="none" strike="noStrike" cap="none">
                <a:solidFill>
                  <a:srgbClr val="7F7F7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Interfaces &amp; Hardware</a:t>
            </a:r>
            <a:endParaRPr/>
          </a:p>
        </p:txBody>
      </p:sp>
      <p:sp>
        <p:nvSpPr>
          <p:cNvPr id="328" name="Google Shape;598;p2">
            <a:extLst>
              <a:ext uri="{FF2B5EF4-FFF2-40B4-BE49-F238E27FC236}">
                <a16:creationId xmlns:a16="http://schemas.microsoft.com/office/drawing/2014/main" id="{838E1E10-D11F-BFB3-50DF-F2A408F46E7B}"/>
              </a:ext>
            </a:extLst>
          </p:cNvPr>
          <p:cNvSpPr/>
          <p:nvPr userDrawn="1"/>
        </p:nvSpPr>
        <p:spPr>
          <a:xfrm>
            <a:off x="3139957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329" name="Google Shape;599;p2">
            <a:extLst>
              <a:ext uri="{FF2B5EF4-FFF2-40B4-BE49-F238E27FC236}">
                <a16:creationId xmlns:a16="http://schemas.microsoft.com/office/drawing/2014/main" id="{F5FACFA4-326F-0937-8ED9-D53787A18E6B}"/>
              </a:ext>
            </a:extLst>
          </p:cNvPr>
          <p:cNvGrpSpPr/>
          <p:nvPr userDrawn="1"/>
        </p:nvGrpSpPr>
        <p:grpSpPr>
          <a:xfrm>
            <a:off x="57644" y="2262705"/>
            <a:ext cx="807705" cy="604402"/>
            <a:chOff x="253803" y="2136660"/>
            <a:chExt cx="888476" cy="664840"/>
          </a:xfrm>
        </p:grpSpPr>
        <p:sp>
          <p:nvSpPr>
            <p:cNvPr id="330" name="Google Shape;600;p2">
              <a:extLst>
                <a:ext uri="{FF2B5EF4-FFF2-40B4-BE49-F238E27FC236}">
                  <a16:creationId xmlns:a16="http://schemas.microsoft.com/office/drawing/2014/main" id="{7C563B4B-0859-869D-734D-AB32B01A381A}"/>
                </a:ext>
              </a:extLst>
            </p:cNvPr>
            <p:cNvSpPr/>
            <p:nvPr/>
          </p:nvSpPr>
          <p:spPr>
            <a:xfrm>
              <a:off x="469289" y="2567143"/>
              <a:ext cx="672990" cy="233074"/>
            </a:xfrm>
            <a:prstGeom prst="parallelogram">
              <a:avLst>
                <a:gd name="adj" fmla="val 104508"/>
              </a:avLst>
            </a:prstGeom>
            <a:solidFill>
              <a:srgbClr val="A5A5A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1" name="Google Shape;601;p2">
              <a:extLst>
                <a:ext uri="{FF2B5EF4-FFF2-40B4-BE49-F238E27FC236}">
                  <a16:creationId xmlns:a16="http://schemas.microsoft.com/office/drawing/2014/main" id="{3AEE2A9E-502B-5833-1B26-A2A4723D9C34}"/>
                </a:ext>
              </a:extLst>
            </p:cNvPr>
            <p:cNvSpPr/>
            <p:nvPr/>
          </p:nvSpPr>
          <p:spPr>
            <a:xfrm rot="-2628524">
              <a:off x="273632" y="2312844"/>
              <a:ext cx="634654" cy="312473"/>
            </a:xfrm>
            <a:prstGeom prst="parallelogram">
              <a:avLst>
                <a:gd name="adj" fmla="val 9564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2" name="Google Shape;602;p2">
              <a:extLst>
                <a:ext uri="{FF2B5EF4-FFF2-40B4-BE49-F238E27FC236}">
                  <a16:creationId xmlns:a16="http://schemas.microsoft.com/office/drawing/2014/main" id="{FF41C801-5523-2529-03EF-09823CB387D6}"/>
                </a:ext>
              </a:extLst>
            </p:cNvPr>
            <p:cNvSpPr/>
            <p:nvPr/>
          </p:nvSpPr>
          <p:spPr>
            <a:xfrm>
              <a:off x="711796" y="2136660"/>
              <a:ext cx="430483" cy="430483"/>
            </a:xfrm>
            <a:prstGeom prst="rect">
              <a:avLst/>
            </a:prstGeom>
            <a:solidFill>
              <a:srgbClr val="D0E8E5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3" name="Google Shape;603;p2">
              <a:extLst>
                <a:ext uri="{FF2B5EF4-FFF2-40B4-BE49-F238E27FC236}">
                  <a16:creationId xmlns:a16="http://schemas.microsoft.com/office/drawing/2014/main" id="{5C30075E-8CE1-80A0-7916-D0E95CCAC3C1}"/>
                </a:ext>
              </a:extLst>
            </p:cNvPr>
            <p:cNvSpPr/>
            <p:nvPr/>
          </p:nvSpPr>
          <p:spPr>
            <a:xfrm>
              <a:off x="747037" y="2171901"/>
              <a:ext cx="360000" cy="360000"/>
            </a:xfrm>
            <a:prstGeom prst="ellipse">
              <a:avLst/>
            </a:prstGeom>
            <a:solidFill>
              <a:srgbClr val="A6D4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334" name="Google Shape;604;p2">
              <a:extLst>
                <a:ext uri="{FF2B5EF4-FFF2-40B4-BE49-F238E27FC236}">
                  <a16:creationId xmlns:a16="http://schemas.microsoft.com/office/drawing/2014/main" id="{88420D90-6357-080A-DD79-4F327F5172BE}"/>
                </a:ext>
              </a:extLst>
            </p:cNvPr>
            <p:cNvGrpSpPr/>
            <p:nvPr/>
          </p:nvGrpSpPr>
          <p:grpSpPr>
            <a:xfrm>
              <a:off x="823404" y="2248273"/>
              <a:ext cx="207266" cy="207267"/>
              <a:chOff x="5719078" y="3093957"/>
              <a:chExt cx="720000" cy="679522"/>
            </a:xfrm>
          </p:grpSpPr>
          <p:sp>
            <p:nvSpPr>
              <p:cNvPr id="335" name="Google Shape;605;p2">
                <a:extLst>
                  <a:ext uri="{FF2B5EF4-FFF2-40B4-BE49-F238E27FC236}">
                    <a16:creationId xmlns:a16="http://schemas.microsoft.com/office/drawing/2014/main" id="{EA6590FE-E700-6451-471E-9F3B0F936149}"/>
                  </a:ext>
                </a:extLst>
              </p:cNvPr>
              <p:cNvSpPr/>
              <p:nvPr/>
            </p:nvSpPr>
            <p:spPr>
              <a:xfrm>
                <a:off x="5719078" y="3093957"/>
                <a:ext cx="16356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36" name="Google Shape;606;p2">
                <a:extLst>
                  <a:ext uri="{FF2B5EF4-FFF2-40B4-BE49-F238E27FC236}">
                    <a16:creationId xmlns:a16="http://schemas.microsoft.com/office/drawing/2014/main" id="{3EF2C418-1218-3F5D-D250-97223D5E9EED}"/>
                  </a:ext>
                </a:extLst>
              </p:cNvPr>
              <p:cNvSpPr/>
              <p:nvPr/>
            </p:nvSpPr>
            <p:spPr>
              <a:xfrm>
                <a:off x="5719078" y="3326824"/>
                <a:ext cx="34904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37" name="Google Shape;607;p2">
                <a:extLst>
                  <a:ext uri="{FF2B5EF4-FFF2-40B4-BE49-F238E27FC236}">
                    <a16:creationId xmlns:a16="http://schemas.microsoft.com/office/drawing/2014/main" id="{C18C77EB-C7FD-4971-CBD4-467964064576}"/>
                  </a:ext>
                </a:extLst>
              </p:cNvPr>
              <p:cNvSpPr/>
              <p:nvPr/>
            </p:nvSpPr>
            <p:spPr>
              <a:xfrm>
                <a:off x="5719078" y="3562075"/>
                <a:ext cx="16356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38" name="Google Shape;608;p2">
                <a:extLst>
                  <a:ext uri="{FF2B5EF4-FFF2-40B4-BE49-F238E27FC236}">
                    <a16:creationId xmlns:a16="http://schemas.microsoft.com/office/drawing/2014/main" id="{E9968597-4A46-4465-0885-BEE92506E2CC}"/>
                  </a:ext>
                </a:extLst>
              </p:cNvPr>
              <p:cNvSpPr/>
              <p:nvPr/>
            </p:nvSpPr>
            <p:spPr>
              <a:xfrm>
                <a:off x="5904558" y="3093957"/>
                <a:ext cx="34904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39" name="Google Shape;609;p2">
                <a:extLst>
                  <a:ext uri="{FF2B5EF4-FFF2-40B4-BE49-F238E27FC236}">
                    <a16:creationId xmlns:a16="http://schemas.microsoft.com/office/drawing/2014/main" id="{8A28BBCA-F9D8-036F-66C5-AEC4955036B1}"/>
                  </a:ext>
                </a:extLst>
              </p:cNvPr>
              <p:cNvSpPr/>
              <p:nvPr/>
            </p:nvSpPr>
            <p:spPr>
              <a:xfrm>
                <a:off x="6275518" y="3093957"/>
                <a:ext cx="16356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40" name="Google Shape;610;p2">
                <a:extLst>
                  <a:ext uri="{FF2B5EF4-FFF2-40B4-BE49-F238E27FC236}">
                    <a16:creationId xmlns:a16="http://schemas.microsoft.com/office/drawing/2014/main" id="{512C6B8C-F83F-3A64-8122-B682C47419DB}"/>
                  </a:ext>
                </a:extLst>
              </p:cNvPr>
              <p:cNvSpPr/>
              <p:nvPr/>
            </p:nvSpPr>
            <p:spPr>
              <a:xfrm>
                <a:off x="6090038" y="3326824"/>
                <a:ext cx="34904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41" name="Google Shape;611;p2">
                <a:extLst>
                  <a:ext uri="{FF2B5EF4-FFF2-40B4-BE49-F238E27FC236}">
                    <a16:creationId xmlns:a16="http://schemas.microsoft.com/office/drawing/2014/main" id="{C1B54E88-E5BD-AC51-C947-5BC11940A4AC}"/>
                  </a:ext>
                </a:extLst>
              </p:cNvPr>
              <p:cNvSpPr/>
              <p:nvPr/>
            </p:nvSpPr>
            <p:spPr>
              <a:xfrm>
                <a:off x="6275518" y="3562075"/>
                <a:ext cx="16356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42" name="Google Shape;612;p2">
                <a:extLst>
                  <a:ext uri="{FF2B5EF4-FFF2-40B4-BE49-F238E27FC236}">
                    <a16:creationId xmlns:a16="http://schemas.microsoft.com/office/drawing/2014/main" id="{235844F0-5B10-3221-0D2A-66C990E8FE02}"/>
                  </a:ext>
                </a:extLst>
              </p:cNvPr>
              <p:cNvSpPr/>
              <p:nvPr/>
            </p:nvSpPr>
            <p:spPr>
              <a:xfrm>
                <a:off x="5904558" y="3562075"/>
                <a:ext cx="349040" cy="211404"/>
              </a:xfrm>
              <a:prstGeom prst="roundRect">
                <a:avLst>
                  <a:gd name="adj" fmla="val 16667"/>
                </a:avLst>
              </a:prstGeom>
              <a:solidFill>
                <a:srgbClr val="A6D4CF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</p:grpSp>
      <p:grpSp>
        <p:nvGrpSpPr>
          <p:cNvPr id="343" name="Google Shape;613;p2">
            <a:extLst>
              <a:ext uri="{FF2B5EF4-FFF2-40B4-BE49-F238E27FC236}">
                <a16:creationId xmlns:a16="http://schemas.microsoft.com/office/drawing/2014/main" id="{A25E6FA0-B144-F5EE-BBF5-2DF27AF15A1F}"/>
              </a:ext>
            </a:extLst>
          </p:cNvPr>
          <p:cNvGrpSpPr/>
          <p:nvPr userDrawn="1"/>
        </p:nvGrpSpPr>
        <p:grpSpPr>
          <a:xfrm>
            <a:off x="57644" y="2814603"/>
            <a:ext cx="807705" cy="604400"/>
            <a:chOff x="253803" y="2759394"/>
            <a:chExt cx="888476" cy="664839"/>
          </a:xfrm>
        </p:grpSpPr>
        <p:sp>
          <p:nvSpPr>
            <p:cNvPr id="344" name="Google Shape;614;p2">
              <a:extLst>
                <a:ext uri="{FF2B5EF4-FFF2-40B4-BE49-F238E27FC236}">
                  <a16:creationId xmlns:a16="http://schemas.microsoft.com/office/drawing/2014/main" id="{3ACE6E0E-B1E3-1592-7240-EF690700F60F}"/>
                </a:ext>
              </a:extLst>
            </p:cNvPr>
            <p:cNvSpPr/>
            <p:nvPr/>
          </p:nvSpPr>
          <p:spPr>
            <a:xfrm>
              <a:off x="469289" y="3189877"/>
              <a:ext cx="672990" cy="233074"/>
            </a:xfrm>
            <a:prstGeom prst="parallelogram">
              <a:avLst>
                <a:gd name="adj" fmla="val 104508"/>
              </a:avLst>
            </a:prstGeom>
            <a:solidFill>
              <a:srgbClr val="A5A5A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5" name="Google Shape;615;p2">
              <a:extLst>
                <a:ext uri="{FF2B5EF4-FFF2-40B4-BE49-F238E27FC236}">
                  <a16:creationId xmlns:a16="http://schemas.microsoft.com/office/drawing/2014/main" id="{A12B877D-81D4-8357-D0CF-6027BEC67585}"/>
                </a:ext>
              </a:extLst>
            </p:cNvPr>
            <p:cNvSpPr/>
            <p:nvPr/>
          </p:nvSpPr>
          <p:spPr>
            <a:xfrm rot="-2628524">
              <a:off x="273632" y="2935577"/>
              <a:ext cx="634654" cy="312473"/>
            </a:xfrm>
            <a:prstGeom prst="parallelogram">
              <a:avLst>
                <a:gd name="adj" fmla="val 9564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6" name="Google Shape;616;p2">
              <a:extLst>
                <a:ext uri="{FF2B5EF4-FFF2-40B4-BE49-F238E27FC236}">
                  <a16:creationId xmlns:a16="http://schemas.microsoft.com/office/drawing/2014/main" id="{24F7D413-C081-96D0-5653-6984E37E4067}"/>
                </a:ext>
              </a:extLst>
            </p:cNvPr>
            <p:cNvSpPr/>
            <p:nvPr/>
          </p:nvSpPr>
          <p:spPr>
            <a:xfrm>
              <a:off x="711796" y="2759395"/>
              <a:ext cx="429706" cy="429706"/>
            </a:xfrm>
            <a:prstGeom prst="rect">
              <a:avLst/>
            </a:prstGeom>
            <a:solidFill>
              <a:srgbClr val="CCD6E4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7" name="Google Shape;617;p2">
              <a:extLst>
                <a:ext uri="{FF2B5EF4-FFF2-40B4-BE49-F238E27FC236}">
                  <a16:creationId xmlns:a16="http://schemas.microsoft.com/office/drawing/2014/main" id="{E665A0CA-5D10-6A4B-C1C4-E77B3DB57AF0}"/>
                </a:ext>
              </a:extLst>
            </p:cNvPr>
            <p:cNvSpPr/>
            <p:nvPr/>
          </p:nvSpPr>
          <p:spPr>
            <a:xfrm>
              <a:off x="782649" y="2830248"/>
              <a:ext cx="288000" cy="288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8" name="Google Shape;618;p2">
              <a:extLst>
                <a:ext uri="{FF2B5EF4-FFF2-40B4-BE49-F238E27FC236}">
                  <a16:creationId xmlns:a16="http://schemas.microsoft.com/office/drawing/2014/main" id="{0DBCD002-C5CA-6E2B-7071-35F2FE510942}"/>
                </a:ext>
              </a:extLst>
            </p:cNvPr>
            <p:cNvSpPr/>
            <p:nvPr/>
          </p:nvSpPr>
          <p:spPr>
            <a:xfrm>
              <a:off x="746649" y="2794248"/>
              <a:ext cx="360000" cy="360000"/>
            </a:xfrm>
            <a:custGeom>
              <a:avLst/>
              <a:gdLst/>
              <a:ahLst/>
              <a:cxnLst/>
              <a:rect l="l" t="t" r="r" b="b"/>
              <a:pathLst>
                <a:path w="512" h="512" extrusionOk="0">
                  <a:moveTo>
                    <a:pt x="393" y="234"/>
                  </a:moveTo>
                  <a:cubicBezTo>
                    <a:pt x="368" y="234"/>
                    <a:pt x="368" y="234"/>
                    <a:pt x="368" y="234"/>
                  </a:cubicBezTo>
                  <a:cubicBezTo>
                    <a:pt x="364" y="234"/>
                    <a:pt x="359" y="231"/>
                    <a:pt x="358" y="227"/>
                  </a:cubicBezTo>
                  <a:cubicBezTo>
                    <a:pt x="356" y="219"/>
                    <a:pt x="353" y="211"/>
                    <a:pt x="349" y="204"/>
                  </a:cubicBezTo>
                  <a:cubicBezTo>
                    <a:pt x="346" y="200"/>
                    <a:pt x="347" y="194"/>
                    <a:pt x="351" y="191"/>
                  </a:cubicBezTo>
                  <a:cubicBezTo>
                    <a:pt x="367" y="174"/>
                    <a:pt x="367" y="174"/>
                    <a:pt x="367" y="174"/>
                  </a:cubicBezTo>
                  <a:cubicBezTo>
                    <a:pt x="366" y="173"/>
                    <a:pt x="366" y="173"/>
                    <a:pt x="366" y="173"/>
                  </a:cubicBezTo>
                  <a:cubicBezTo>
                    <a:pt x="366" y="173"/>
                    <a:pt x="366" y="172"/>
                    <a:pt x="366" y="172"/>
                  </a:cubicBezTo>
                  <a:cubicBezTo>
                    <a:pt x="366" y="172"/>
                    <a:pt x="366" y="172"/>
                    <a:pt x="366" y="172"/>
                  </a:cubicBezTo>
                  <a:cubicBezTo>
                    <a:pt x="358" y="162"/>
                    <a:pt x="349" y="153"/>
                    <a:pt x="340" y="146"/>
                  </a:cubicBezTo>
                  <a:cubicBezTo>
                    <a:pt x="340" y="146"/>
                    <a:pt x="340" y="146"/>
                    <a:pt x="339" y="145"/>
                  </a:cubicBezTo>
                  <a:cubicBezTo>
                    <a:pt x="339" y="145"/>
                    <a:pt x="339" y="145"/>
                    <a:pt x="338" y="145"/>
                  </a:cubicBezTo>
                  <a:cubicBezTo>
                    <a:pt x="337" y="144"/>
                    <a:pt x="337" y="144"/>
                    <a:pt x="337" y="144"/>
                  </a:cubicBezTo>
                  <a:cubicBezTo>
                    <a:pt x="320" y="161"/>
                    <a:pt x="320" y="161"/>
                    <a:pt x="320" y="161"/>
                  </a:cubicBezTo>
                  <a:cubicBezTo>
                    <a:pt x="317" y="164"/>
                    <a:pt x="312" y="165"/>
                    <a:pt x="308" y="163"/>
                  </a:cubicBezTo>
                  <a:cubicBezTo>
                    <a:pt x="300" y="159"/>
                    <a:pt x="293" y="155"/>
                    <a:pt x="285" y="153"/>
                  </a:cubicBezTo>
                  <a:cubicBezTo>
                    <a:pt x="280" y="152"/>
                    <a:pt x="277" y="148"/>
                    <a:pt x="277" y="143"/>
                  </a:cubicBezTo>
                  <a:cubicBezTo>
                    <a:pt x="277" y="119"/>
                    <a:pt x="277" y="119"/>
                    <a:pt x="277" y="119"/>
                  </a:cubicBezTo>
                  <a:cubicBezTo>
                    <a:pt x="274" y="118"/>
                    <a:pt x="270" y="118"/>
                    <a:pt x="267" y="118"/>
                  </a:cubicBezTo>
                  <a:cubicBezTo>
                    <a:pt x="259" y="117"/>
                    <a:pt x="252" y="117"/>
                    <a:pt x="245" y="118"/>
                  </a:cubicBezTo>
                  <a:cubicBezTo>
                    <a:pt x="241" y="118"/>
                    <a:pt x="238" y="118"/>
                    <a:pt x="234" y="119"/>
                  </a:cubicBezTo>
                  <a:cubicBezTo>
                    <a:pt x="234" y="143"/>
                    <a:pt x="234" y="143"/>
                    <a:pt x="234" y="143"/>
                  </a:cubicBezTo>
                  <a:cubicBezTo>
                    <a:pt x="234" y="148"/>
                    <a:pt x="231" y="152"/>
                    <a:pt x="227" y="153"/>
                  </a:cubicBezTo>
                  <a:cubicBezTo>
                    <a:pt x="219" y="155"/>
                    <a:pt x="211" y="159"/>
                    <a:pt x="204" y="163"/>
                  </a:cubicBezTo>
                  <a:cubicBezTo>
                    <a:pt x="200" y="165"/>
                    <a:pt x="194" y="164"/>
                    <a:pt x="191" y="161"/>
                  </a:cubicBezTo>
                  <a:cubicBezTo>
                    <a:pt x="174" y="144"/>
                    <a:pt x="174" y="144"/>
                    <a:pt x="174" y="144"/>
                  </a:cubicBezTo>
                  <a:cubicBezTo>
                    <a:pt x="174" y="144"/>
                    <a:pt x="173" y="144"/>
                    <a:pt x="173" y="145"/>
                  </a:cubicBezTo>
                  <a:cubicBezTo>
                    <a:pt x="162" y="153"/>
                    <a:pt x="153" y="162"/>
                    <a:pt x="145" y="173"/>
                  </a:cubicBezTo>
                  <a:cubicBezTo>
                    <a:pt x="144" y="173"/>
                    <a:pt x="144" y="174"/>
                    <a:pt x="144" y="174"/>
                  </a:cubicBezTo>
                  <a:cubicBezTo>
                    <a:pt x="161" y="191"/>
                    <a:pt x="161" y="191"/>
                    <a:pt x="161" y="191"/>
                  </a:cubicBezTo>
                  <a:cubicBezTo>
                    <a:pt x="164" y="194"/>
                    <a:pt x="165" y="200"/>
                    <a:pt x="163" y="204"/>
                  </a:cubicBezTo>
                  <a:cubicBezTo>
                    <a:pt x="159" y="211"/>
                    <a:pt x="155" y="219"/>
                    <a:pt x="153" y="227"/>
                  </a:cubicBezTo>
                  <a:cubicBezTo>
                    <a:pt x="152" y="231"/>
                    <a:pt x="148" y="234"/>
                    <a:pt x="143" y="234"/>
                  </a:cubicBezTo>
                  <a:cubicBezTo>
                    <a:pt x="119" y="234"/>
                    <a:pt x="119" y="234"/>
                    <a:pt x="119" y="234"/>
                  </a:cubicBezTo>
                  <a:cubicBezTo>
                    <a:pt x="118" y="238"/>
                    <a:pt x="118" y="241"/>
                    <a:pt x="118" y="245"/>
                  </a:cubicBezTo>
                  <a:cubicBezTo>
                    <a:pt x="117" y="248"/>
                    <a:pt x="117" y="252"/>
                    <a:pt x="117" y="256"/>
                  </a:cubicBezTo>
                  <a:cubicBezTo>
                    <a:pt x="117" y="259"/>
                    <a:pt x="117" y="263"/>
                    <a:pt x="118" y="267"/>
                  </a:cubicBezTo>
                  <a:cubicBezTo>
                    <a:pt x="118" y="270"/>
                    <a:pt x="118" y="274"/>
                    <a:pt x="119" y="277"/>
                  </a:cubicBezTo>
                  <a:cubicBezTo>
                    <a:pt x="143" y="277"/>
                    <a:pt x="143" y="277"/>
                    <a:pt x="143" y="277"/>
                  </a:cubicBezTo>
                  <a:cubicBezTo>
                    <a:pt x="148" y="277"/>
                    <a:pt x="152" y="280"/>
                    <a:pt x="153" y="285"/>
                  </a:cubicBezTo>
                  <a:cubicBezTo>
                    <a:pt x="155" y="293"/>
                    <a:pt x="159" y="300"/>
                    <a:pt x="163" y="308"/>
                  </a:cubicBezTo>
                  <a:cubicBezTo>
                    <a:pt x="165" y="312"/>
                    <a:pt x="164" y="317"/>
                    <a:pt x="161" y="320"/>
                  </a:cubicBezTo>
                  <a:cubicBezTo>
                    <a:pt x="144" y="337"/>
                    <a:pt x="144" y="337"/>
                    <a:pt x="144" y="337"/>
                  </a:cubicBezTo>
                  <a:cubicBezTo>
                    <a:pt x="145" y="338"/>
                    <a:pt x="145" y="338"/>
                    <a:pt x="145" y="338"/>
                  </a:cubicBezTo>
                  <a:cubicBezTo>
                    <a:pt x="145" y="339"/>
                    <a:pt x="145" y="339"/>
                    <a:pt x="145" y="339"/>
                  </a:cubicBezTo>
                  <a:cubicBezTo>
                    <a:pt x="145" y="339"/>
                    <a:pt x="146" y="340"/>
                    <a:pt x="146" y="340"/>
                  </a:cubicBezTo>
                  <a:cubicBezTo>
                    <a:pt x="153" y="349"/>
                    <a:pt x="162" y="358"/>
                    <a:pt x="172" y="366"/>
                  </a:cubicBezTo>
                  <a:cubicBezTo>
                    <a:pt x="172" y="366"/>
                    <a:pt x="172" y="366"/>
                    <a:pt x="172" y="366"/>
                  </a:cubicBezTo>
                  <a:cubicBezTo>
                    <a:pt x="172" y="366"/>
                    <a:pt x="173" y="366"/>
                    <a:pt x="173" y="367"/>
                  </a:cubicBezTo>
                  <a:cubicBezTo>
                    <a:pt x="174" y="367"/>
                    <a:pt x="174" y="367"/>
                    <a:pt x="174" y="367"/>
                  </a:cubicBezTo>
                  <a:cubicBezTo>
                    <a:pt x="191" y="351"/>
                    <a:pt x="191" y="351"/>
                    <a:pt x="191" y="351"/>
                  </a:cubicBezTo>
                  <a:cubicBezTo>
                    <a:pt x="194" y="347"/>
                    <a:pt x="200" y="346"/>
                    <a:pt x="204" y="349"/>
                  </a:cubicBezTo>
                  <a:cubicBezTo>
                    <a:pt x="211" y="353"/>
                    <a:pt x="219" y="356"/>
                    <a:pt x="227" y="358"/>
                  </a:cubicBezTo>
                  <a:cubicBezTo>
                    <a:pt x="231" y="359"/>
                    <a:pt x="234" y="364"/>
                    <a:pt x="234" y="368"/>
                  </a:cubicBezTo>
                  <a:cubicBezTo>
                    <a:pt x="234" y="393"/>
                    <a:pt x="234" y="393"/>
                    <a:pt x="234" y="393"/>
                  </a:cubicBezTo>
                  <a:cubicBezTo>
                    <a:pt x="238" y="393"/>
                    <a:pt x="241" y="394"/>
                    <a:pt x="245" y="394"/>
                  </a:cubicBezTo>
                  <a:cubicBezTo>
                    <a:pt x="245" y="394"/>
                    <a:pt x="245" y="394"/>
                    <a:pt x="245" y="394"/>
                  </a:cubicBezTo>
                  <a:cubicBezTo>
                    <a:pt x="245" y="394"/>
                    <a:pt x="245" y="394"/>
                    <a:pt x="245" y="394"/>
                  </a:cubicBezTo>
                  <a:cubicBezTo>
                    <a:pt x="245" y="394"/>
                    <a:pt x="245" y="394"/>
                    <a:pt x="245" y="394"/>
                  </a:cubicBezTo>
                  <a:cubicBezTo>
                    <a:pt x="252" y="394"/>
                    <a:pt x="259" y="395"/>
                    <a:pt x="267" y="394"/>
                  </a:cubicBezTo>
                  <a:cubicBezTo>
                    <a:pt x="270" y="394"/>
                    <a:pt x="274" y="393"/>
                    <a:pt x="277" y="393"/>
                  </a:cubicBezTo>
                  <a:cubicBezTo>
                    <a:pt x="277" y="368"/>
                    <a:pt x="277" y="368"/>
                    <a:pt x="277" y="368"/>
                  </a:cubicBezTo>
                  <a:cubicBezTo>
                    <a:pt x="277" y="364"/>
                    <a:pt x="280" y="359"/>
                    <a:pt x="285" y="358"/>
                  </a:cubicBezTo>
                  <a:cubicBezTo>
                    <a:pt x="293" y="356"/>
                    <a:pt x="300" y="353"/>
                    <a:pt x="308" y="349"/>
                  </a:cubicBezTo>
                  <a:cubicBezTo>
                    <a:pt x="312" y="346"/>
                    <a:pt x="317" y="347"/>
                    <a:pt x="320" y="351"/>
                  </a:cubicBezTo>
                  <a:cubicBezTo>
                    <a:pt x="337" y="368"/>
                    <a:pt x="337" y="368"/>
                    <a:pt x="337" y="368"/>
                  </a:cubicBezTo>
                  <a:cubicBezTo>
                    <a:pt x="338" y="367"/>
                    <a:pt x="338" y="367"/>
                    <a:pt x="339" y="367"/>
                  </a:cubicBezTo>
                  <a:cubicBezTo>
                    <a:pt x="349" y="359"/>
                    <a:pt x="359" y="349"/>
                    <a:pt x="367" y="339"/>
                  </a:cubicBezTo>
                  <a:cubicBezTo>
                    <a:pt x="367" y="338"/>
                    <a:pt x="367" y="338"/>
                    <a:pt x="368" y="337"/>
                  </a:cubicBezTo>
                  <a:cubicBezTo>
                    <a:pt x="351" y="320"/>
                    <a:pt x="351" y="320"/>
                    <a:pt x="351" y="320"/>
                  </a:cubicBezTo>
                  <a:cubicBezTo>
                    <a:pt x="347" y="317"/>
                    <a:pt x="346" y="312"/>
                    <a:pt x="349" y="308"/>
                  </a:cubicBezTo>
                  <a:cubicBezTo>
                    <a:pt x="353" y="300"/>
                    <a:pt x="356" y="293"/>
                    <a:pt x="358" y="285"/>
                  </a:cubicBezTo>
                  <a:cubicBezTo>
                    <a:pt x="359" y="280"/>
                    <a:pt x="364" y="277"/>
                    <a:pt x="368" y="277"/>
                  </a:cubicBezTo>
                  <a:cubicBezTo>
                    <a:pt x="393" y="277"/>
                    <a:pt x="393" y="277"/>
                    <a:pt x="393" y="277"/>
                  </a:cubicBezTo>
                  <a:cubicBezTo>
                    <a:pt x="393" y="274"/>
                    <a:pt x="393" y="270"/>
                    <a:pt x="394" y="267"/>
                  </a:cubicBezTo>
                  <a:cubicBezTo>
                    <a:pt x="394" y="263"/>
                    <a:pt x="394" y="259"/>
                    <a:pt x="394" y="256"/>
                  </a:cubicBezTo>
                  <a:cubicBezTo>
                    <a:pt x="394" y="252"/>
                    <a:pt x="394" y="248"/>
                    <a:pt x="394" y="245"/>
                  </a:cubicBezTo>
                  <a:cubicBezTo>
                    <a:pt x="393" y="241"/>
                    <a:pt x="393" y="238"/>
                    <a:pt x="393" y="234"/>
                  </a:cubicBezTo>
                  <a:close/>
                  <a:moveTo>
                    <a:pt x="256" y="320"/>
                  </a:moveTo>
                  <a:cubicBezTo>
                    <a:pt x="220" y="320"/>
                    <a:pt x="192" y="291"/>
                    <a:pt x="192" y="256"/>
                  </a:cubicBezTo>
                  <a:cubicBezTo>
                    <a:pt x="192" y="220"/>
                    <a:pt x="220" y="192"/>
                    <a:pt x="256" y="192"/>
                  </a:cubicBezTo>
                  <a:cubicBezTo>
                    <a:pt x="291" y="192"/>
                    <a:pt x="320" y="220"/>
                    <a:pt x="320" y="256"/>
                  </a:cubicBezTo>
                  <a:cubicBezTo>
                    <a:pt x="320" y="291"/>
                    <a:pt x="291" y="320"/>
                    <a:pt x="256" y="320"/>
                  </a:cubicBezTo>
                  <a:close/>
                  <a:moveTo>
                    <a:pt x="298" y="256"/>
                  </a:moveTo>
                  <a:cubicBezTo>
                    <a:pt x="298" y="279"/>
                    <a:pt x="279" y="298"/>
                    <a:pt x="256" y="298"/>
                  </a:cubicBezTo>
                  <a:cubicBezTo>
                    <a:pt x="232" y="298"/>
                    <a:pt x="213" y="279"/>
                    <a:pt x="213" y="256"/>
                  </a:cubicBezTo>
                  <a:cubicBezTo>
                    <a:pt x="213" y="232"/>
                    <a:pt x="232" y="213"/>
                    <a:pt x="256" y="213"/>
                  </a:cubicBezTo>
                  <a:cubicBezTo>
                    <a:pt x="279" y="213"/>
                    <a:pt x="298" y="232"/>
                    <a:pt x="298" y="256"/>
                  </a:cubicBezTo>
                  <a:close/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  <a:moveTo>
                    <a:pt x="415" y="268"/>
                  </a:moveTo>
                  <a:cubicBezTo>
                    <a:pt x="414" y="276"/>
                    <a:pt x="413" y="283"/>
                    <a:pt x="412" y="290"/>
                  </a:cubicBezTo>
                  <a:cubicBezTo>
                    <a:pt x="411" y="295"/>
                    <a:pt x="406" y="298"/>
                    <a:pt x="401" y="298"/>
                  </a:cubicBezTo>
                  <a:cubicBezTo>
                    <a:pt x="376" y="298"/>
                    <a:pt x="376" y="298"/>
                    <a:pt x="376" y="298"/>
                  </a:cubicBezTo>
                  <a:cubicBezTo>
                    <a:pt x="375" y="303"/>
                    <a:pt x="373" y="307"/>
                    <a:pt x="371" y="311"/>
                  </a:cubicBezTo>
                  <a:cubicBezTo>
                    <a:pt x="389" y="329"/>
                    <a:pt x="389" y="329"/>
                    <a:pt x="389" y="329"/>
                  </a:cubicBezTo>
                  <a:cubicBezTo>
                    <a:pt x="392" y="332"/>
                    <a:pt x="393" y="338"/>
                    <a:pt x="390" y="342"/>
                  </a:cubicBezTo>
                  <a:cubicBezTo>
                    <a:pt x="388" y="345"/>
                    <a:pt x="386" y="348"/>
                    <a:pt x="384" y="351"/>
                  </a:cubicBezTo>
                  <a:cubicBezTo>
                    <a:pt x="375" y="364"/>
                    <a:pt x="364" y="375"/>
                    <a:pt x="351" y="384"/>
                  </a:cubicBezTo>
                  <a:cubicBezTo>
                    <a:pt x="348" y="386"/>
                    <a:pt x="345" y="388"/>
                    <a:pt x="342" y="390"/>
                  </a:cubicBezTo>
                  <a:cubicBezTo>
                    <a:pt x="338" y="393"/>
                    <a:pt x="332" y="392"/>
                    <a:pt x="329" y="389"/>
                  </a:cubicBezTo>
                  <a:cubicBezTo>
                    <a:pt x="311" y="371"/>
                    <a:pt x="311" y="371"/>
                    <a:pt x="311" y="371"/>
                  </a:cubicBezTo>
                  <a:cubicBezTo>
                    <a:pt x="307" y="373"/>
                    <a:pt x="303" y="375"/>
                    <a:pt x="298" y="376"/>
                  </a:cubicBezTo>
                  <a:cubicBezTo>
                    <a:pt x="298" y="401"/>
                    <a:pt x="298" y="401"/>
                    <a:pt x="298" y="401"/>
                  </a:cubicBezTo>
                  <a:cubicBezTo>
                    <a:pt x="298" y="407"/>
                    <a:pt x="295" y="411"/>
                    <a:pt x="290" y="412"/>
                  </a:cubicBezTo>
                  <a:cubicBezTo>
                    <a:pt x="283" y="414"/>
                    <a:pt x="276" y="415"/>
                    <a:pt x="269" y="415"/>
                  </a:cubicBezTo>
                  <a:cubicBezTo>
                    <a:pt x="269" y="415"/>
                    <a:pt x="269" y="416"/>
                    <a:pt x="269" y="416"/>
                  </a:cubicBezTo>
                  <a:cubicBezTo>
                    <a:pt x="268" y="416"/>
                    <a:pt x="268" y="416"/>
                    <a:pt x="268" y="416"/>
                  </a:cubicBezTo>
                  <a:cubicBezTo>
                    <a:pt x="268" y="416"/>
                    <a:pt x="268" y="416"/>
                    <a:pt x="268" y="416"/>
                  </a:cubicBezTo>
                  <a:cubicBezTo>
                    <a:pt x="267" y="416"/>
                    <a:pt x="265" y="415"/>
                    <a:pt x="264" y="416"/>
                  </a:cubicBezTo>
                  <a:cubicBezTo>
                    <a:pt x="261" y="416"/>
                    <a:pt x="258" y="416"/>
                    <a:pt x="256" y="416"/>
                  </a:cubicBezTo>
                  <a:cubicBezTo>
                    <a:pt x="256" y="416"/>
                    <a:pt x="256" y="416"/>
                    <a:pt x="256" y="416"/>
                  </a:cubicBezTo>
                  <a:cubicBezTo>
                    <a:pt x="256" y="416"/>
                    <a:pt x="256" y="416"/>
                    <a:pt x="256" y="416"/>
                  </a:cubicBezTo>
                  <a:cubicBezTo>
                    <a:pt x="253" y="416"/>
                    <a:pt x="251" y="416"/>
                    <a:pt x="249" y="416"/>
                  </a:cubicBezTo>
                  <a:cubicBezTo>
                    <a:pt x="247" y="416"/>
                    <a:pt x="245" y="416"/>
                    <a:pt x="243" y="416"/>
                  </a:cubicBezTo>
                  <a:cubicBezTo>
                    <a:pt x="243" y="416"/>
                    <a:pt x="243" y="416"/>
                    <a:pt x="243" y="416"/>
                  </a:cubicBezTo>
                  <a:cubicBezTo>
                    <a:pt x="243" y="416"/>
                    <a:pt x="243" y="416"/>
                    <a:pt x="243" y="416"/>
                  </a:cubicBezTo>
                  <a:cubicBezTo>
                    <a:pt x="243" y="416"/>
                    <a:pt x="243" y="416"/>
                    <a:pt x="243" y="416"/>
                  </a:cubicBezTo>
                  <a:cubicBezTo>
                    <a:pt x="235" y="416"/>
                    <a:pt x="228" y="414"/>
                    <a:pt x="221" y="412"/>
                  </a:cubicBezTo>
                  <a:cubicBezTo>
                    <a:pt x="216" y="411"/>
                    <a:pt x="213" y="407"/>
                    <a:pt x="213" y="401"/>
                  </a:cubicBezTo>
                  <a:cubicBezTo>
                    <a:pt x="213" y="376"/>
                    <a:pt x="213" y="376"/>
                    <a:pt x="213" y="376"/>
                  </a:cubicBezTo>
                  <a:cubicBezTo>
                    <a:pt x="209" y="375"/>
                    <a:pt x="205" y="373"/>
                    <a:pt x="201" y="371"/>
                  </a:cubicBezTo>
                  <a:cubicBezTo>
                    <a:pt x="183" y="389"/>
                    <a:pt x="183" y="389"/>
                    <a:pt x="183" y="389"/>
                  </a:cubicBezTo>
                  <a:cubicBezTo>
                    <a:pt x="179" y="392"/>
                    <a:pt x="174" y="393"/>
                    <a:pt x="169" y="390"/>
                  </a:cubicBezTo>
                  <a:cubicBezTo>
                    <a:pt x="167" y="389"/>
                    <a:pt x="164" y="387"/>
                    <a:pt x="161" y="385"/>
                  </a:cubicBezTo>
                  <a:cubicBezTo>
                    <a:pt x="161" y="384"/>
                    <a:pt x="160" y="384"/>
                    <a:pt x="160" y="384"/>
                  </a:cubicBezTo>
                  <a:cubicBezTo>
                    <a:pt x="160" y="383"/>
                    <a:pt x="159" y="383"/>
                    <a:pt x="158" y="382"/>
                  </a:cubicBezTo>
                  <a:cubicBezTo>
                    <a:pt x="147" y="374"/>
                    <a:pt x="137" y="364"/>
                    <a:pt x="129" y="353"/>
                  </a:cubicBezTo>
                  <a:cubicBezTo>
                    <a:pt x="128" y="352"/>
                    <a:pt x="128" y="352"/>
                    <a:pt x="128" y="351"/>
                  </a:cubicBezTo>
                  <a:cubicBezTo>
                    <a:pt x="127" y="351"/>
                    <a:pt x="127" y="350"/>
                    <a:pt x="127" y="350"/>
                  </a:cubicBezTo>
                  <a:cubicBezTo>
                    <a:pt x="127" y="350"/>
                    <a:pt x="127" y="350"/>
                    <a:pt x="127" y="350"/>
                  </a:cubicBezTo>
                  <a:cubicBezTo>
                    <a:pt x="125" y="347"/>
                    <a:pt x="123" y="345"/>
                    <a:pt x="121" y="342"/>
                  </a:cubicBezTo>
                  <a:cubicBezTo>
                    <a:pt x="118" y="338"/>
                    <a:pt x="119" y="332"/>
                    <a:pt x="122" y="329"/>
                  </a:cubicBezTo>
                  <a:cubicBezTo>
                    <a:pt x="140" y="311"/>
                    <a:pt x="140" y="311"/>
                    <a:pt x="140" y="311"/>
                  </a:cubicBezTo>
                  <a:cubicBezTo>
                    <a:pt x="138" y="307"/>
                    <a:pt x="137" y="303"/>
                    <a:pt x="135" y="298"/>
                  </a:cubicBezTo>
                  <a:cubicBezTo>
                    <a:pt x="110" y="298"/>
                    <a:pt x="110" y="298"/>
                    <a:pt x="110" y="298"/>
                  </a:cubicBezTo>
                  <a:cubicBezTo>
                    <a:pt x="105" y="298"/>
                    <a:pt x="100" y="295"/>
                    <a:pt x="99" y="290"/>
                  </a:cubicBezTo>
                  <a:cubicBezTo>
                    <a:pt x="98" y="283"/>
                    <a:pt x="97" y="276"/>
                    <a:pt x="96" y="268"/>
                  </a:cubicBezTo>
                  <a:cubicBezTo>
                    <a:pt x="96" y="265"/>
                    <a:pt x="96" y="262"/>
                    <a:pt x="96" y="259"/>
                  </a:cubicBezTo>
                  <a:cubicBezTo>
                    <a:pt x="96" y="258"/>
                    <a:pt x="96" y="257"/>
                    <a:pt x="96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96" y="256"/>
                    <a:pt x="96" y="256"/>
                    <a:pt x="96" y="256"/>
                  </a:cubicBezTo>
                  <a:cubicBezTo>
                    <a:pt x="96" y="254"/>
                    <a:pt x="96" y="253"/>
                    <a:pt x="96" y="252"/>
                  </a:cubicBezTo>
                  <a:cubicBezTo>
                    <a:pt x="96" y="249"/>
                    <a:pt x="96" y="246"/>
                    <a:pt x="96" y="243"/>
                  </a:cubicBezTo>
                  <a:cubicBezTo>
                    <a:pt x="96" y="243"/>
                    <a:pt x="96" y="243"/>
                    <a:pt x="96" y="243"/>
                  </a:cubicBezTo>
                  <a:cubicBezTo>
                    <a:pt x="96" y="243"/>
                    <a:pt x="96" y="243"/>
                    <a:pt x="96" y="243"/>
                  </a:cubicBezTo>
                  <a:cubicBezTo>
                    <a:pt x="96" y="243"/>
                    <a:pt x="96" y="243"/>
                    <a:pt x="96" y="243"/>
                  </a:cubicBezTo>
                  <a:cubicBezTo>
                    <a:pt x="97" y="235"/>
                    <a:pt x="98" y="228"/>
                    <a:pt x="99" y="221"/>
                  </a:cubicBezTo>
                  <a:cubicBezTo>
                    <a:pt x="100" y="216"/>
                    <a:pt x="105" y="213"/>
                    <a:pt x="110" y="213"/>
                  </a:cubicBezTo>
                  <a:cubicBezTo>
                    <a:pt x="135" y="213"/>
                    <a:pt x="135" y="213"/>
                    <a:pt x="135" y="213"/>
                  </a:cubicBezTo>
                  <a:cubicBezTo>
                    <a:pt x="137" y="209"/>
                    <a:pt x="138" y="205"/>
                    <a:pt x="140" y="201"/>
                  </a:cubicBezTo>
                  <a:cubicBezTo>
                    <a:pt x="122" y="183"/>
                    <a:pt x="122" y="183"/>
                    <a:pt x="122" y="183"/>
                  </a:cubicBezTo>
                  <a:cubicBezTo>
                    <a:pt x="119" y="179"/>
                    <a:pt x="118" y="174"/>
                    <a:pt x="121" y="169"/>
                  </a:cubicBezTo>
                  <a:cubicBezTo>
                    <a:pt x="123" y="166"/>
                    <a:pt x="125" y="163"/>
                    <a:pt x="128" y="160"/>
                  </a:cubicBezTo>
                  <a:cubicBezTo>
                    <a:pt x="137" y="148"/>
                    <a:pt x="148" y="137"/>
                    <a:pt x="160" y="128"/>
                  </a:cubicBezTo>
                  <a:cubicBezTo>
                    <a:pt x="163" y="125"/>
                    <a:pt x="166" y="123"/>
                    <a:pt x="169" y="121"/>
                  </a:cubicBezTo>
                  <a:cubicBezTo>
                    <a:pt x="174" y="118"/>
                    <a:pt x="179" y="119"/>
                    <a:pt x="183" y="122"/>
                  </a:cubicBezTo>
                  <a:cubicBezTo>
                    <a:pt x="201" y="140"/>
                    <a:pt x="201" y="140"/>
                    <a:pt x="201" y="140"/>
                  </a:cubicBezTo>
                  <a:cubicBezTo>
                    <a:pt x="205" y="138"/>
                    <a:pt x="209" y="137"/>
                    <a:pt x="213" y="135"/>
                  </a:cubicBezTo>
                  <a:cubicBezTo>
                    <a:pt x="213" y="110"/>
                    <a:pt x="213" y="110"/>
                    <a:pt x="213" y="110"/>
                  </a:cubicBezTo>
                  <a:cubicBezTo>
                    <a:pt x="213" y="105"/>
                    <a:pt x="216" y="100"/>
                    <a:pt x="221" y="99"/>
                  </a:cubicBezTo>
                  <a:cubicBezTo>
                    <a:pt x="228" y="98"/>
                    <a:pt x="236" y="97"/>
                    <a:pt x="243" y="96"/>
                  </a:cubicBezTo>
                  <a:cubicBezTo>
                    <a:pt x="251" y="96"/>
                    <a:pt x="260" y="96"/>
                    <a:pt x="268" y="96"/>
                  </a:cubicBezTo>
                  <a:cubicBezTo>
                    <a:pt x="276" y="97"/>
                    <a:pt x="283" y="98"/>
                    <a:pt x="290" y="99"/>
                  </a:cubicBezTo>
                  <a:cubicBezTo>
                    <a:pt x="295" y="100"/>
                    <a:pt x="298" y="105"/>
                    <a:pt x="298" y="110"/>
                  </a:cubicBezTo>
                  <a:cubicBezTo>
                    <a:pt x="298" y="135"/>
                    <a:pt x="298" y="135"/>
                    <a:pt x="298" y="135"/>
                  </a:cubicBezTo>
                  <a:cubicBezTo>
                    <a:pt x="303" y="137"/>
                    <a:pt x="307" y="138"/>
                    <a:pt x="311" y="140"/>
                  </a:cubicBezTo>
                  <a:cubicBezTo>
                    <a:pt x="329" y="122"/>
                    <a:pt x="329" y="122"/>
                    <a:pt x="329" y="122"/>
                  </a:cubicBezTo>
                  <a:cubicBezTo>
                    <a:pt x="332" y="119"/>
                    <a:pt x="338" y="118"/>
                    <a:pt x="342" y="121"/>
                  </a:cubicBezTo>
                  <a:cubicBezTo>
                    <a:pt x="345" y="123"/>
                    <a:pt x="347" y="125"/>
                    <a:pt x="350" y="127"/>
                  </a:cubicBezTo>
                  <a:cubicBezTo>
                    <a:pt x="350" y="127"/>
                    <a:pt x="351" y="127"/>
                    <a:pt x="351" y="128"/>
                  </a:cubicBezTo>
                  <a:cubicBezTo>
                    <a:pt x="352" y="128"/>
                    <a:pt x="353" y="129"/>
                    <a:pt x="353" y="129"/>
                  </a:cubicBezTo>
                  <a:cubicBezTo>
                    <a:pt x="364" y="137"/>
                    <a:pt x="374" y="147"/>
                    <a:pt x="383" y="159"/>
                  </a:cubicBezTo>
                  <a:cubicBezTo>
                    <a:pt x="383" y="159"/>
                    <a:pt x="383" y="159"/>
                    <a:pt x="384" y="160"/>
                  </a:cubicBezTo>
                  <a:cubicBezTo>
                    <a:pt x="384" y="160"/>
                    <a:pt x="384" y="161"/>
                    <a:pt x="385" y="161"/>
                  </a:cubicBezTo>
                  <a:cubicBezTo>
                    <a:pt x="385" y="162"/>
                    <a:pt x="385" y="162"/>
                    <a:pt x="385" y="162"/>
                  </a:cubicBezTo>
                  <a:cubicBezTo>
                    <a:pt x="387" y="164"/>
                    <a:pt x="389" y="167"/>
                    <a:pt x="390" y="169"/>
                  </a:cubicBezTo>
                  <a:cubicBezTo>
                    <a:pt x="393" y="174"/>
                    <a:pt x="392" y="179"/>
                    <a:pt x="389" y="183"/>
                  </a:cubicBezTo>
                  <a:cubicBezTo>
                    <a:pt x="371" y="201"/>
                    <a:pt x="371" y="201"/>
                    <a:pt x="371" y="201"/>
                  </a:cubicBezTo>
                  <a:cubicBezTo>
                    <a:pt x="373" y="205"/>
                    <a:pt x="375" y="209"/>
                    <a:pt x="376" y="213"/>
                  </a:cubicBezTo>
                  <a:cubicBezTo>
                    <a:pt x="401" y="213"/>
                    <a:pt x="401" y="213"/>
                    <a:pt x="401" y="213"/>
                  </a:cubicBezTo>
                  <a:cubicBezTo>
                    <a:pt x="406" y="213"/>
                    <a:pt x="411" y="216"/>
                    <a:pt x="412" y="221"/>
                  </a:cubicBezTo>
                  <a:cubicBezTo>
                    <a:pt x="414" y="228"/>
                    <a:pt x="414" y="235"/>
                    <a:pt x="416" y="243"/>
                  </a:cubicBezTo>
                  <a:cubicBezTo>
                    <a:pt x="416" y="243"/>
                    <a:pt x="416" y="243"/>
                    <a:pt x="416" y="243"/>
                  </a:cubicBezTo>
                  <a:cubicBezTo>
                    <a:pt x="416" y="247"/>
                    <a:pt x="416" y="251"/>
                    <a:pt x="416" y="256"/>
                  </a:cubicBezTo>
                  <a:cubicBezTo>
                    <a:pt x="416" y="260"/>
                    <a:pt x="415" y="264"/>
                    <a:pt x="415" y="268"/>
                  </a:cubicBezTo>
                  <a:close/>
                </a:path>
              </a:pathLst>
            </a:custGeom>
            <a:solidFill>
              <a:srgbClr val="AABAD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349" name="Google Shape;619;p2">
            <a:extLst>
              <a:ext uri="{FF2B5EF4-FFF2-40B4-BE49-F238E27FC236}">
                <a16:creationId xmlns:a16="http://schemas.microsoft.com/office/drawing/2014/main" id="{BD82F61E-DDC0-F9D0-A473-EC4E8E98525B}"/>
              </a:ext>
            </a:extLst>
          </p:cNvPr>
          <p:cNvGrpSpPr/>
          <p:nvPr userDrawn="1"/>
        </p:nvGrpSpPr>
        <p:grpSpPr>
          <a:xfrm>
            <a:off x="62558" y="3364810"/>
            <a:ext cx="807705" cy="604401"/>
            <a:chOff x="259208" y="3381682"/>
            <a:chExt cx="888476" cy="664839"/>
          </a:xfrm>
        </p:grpSpPr>
        <p:sp>
          <p:nvSpPr>
            <p:cNvPr id="350" name="Google Shape;620;p2">
              <a:extLst>
                <a:ext uri="{FF2B5EF4-FFF2-40B4-BE49-F238E27FC236}">
                  <a16:creationId xmlns:a16="http://schemas.microsoft.com/office/drawing/2014/main" id="{AEEFACC1-81AB-E375-D439-1BEB39B9E310}"/>
                </a:ext>
              </a:extLst>
            </p:cNvPr>
            <p:cNvSpPr/>
            <p:nvPr/>
          </p:nvSpPr>
          <p:spPr>
            <a:xfrm>
              <a:off x="474694" y="3812164"/>
              <a:ext cx="672990" cy="233074"/>
            </a:xfrm>
            <a:prstGeom prst="parallelogram">
              <a:avLst>
                <a:gd name="adj" fmla="val 104508"/>
              </a:avLst>
            </a:prstGeom>
            <a:solidFill>
              <a:srgbClr val="A5A5A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1" name="Google Shape;621;p2">
              <a:extLst>
                <a:ext uri="{FF2B5EF4-FFF2-40B4-BE49-F238E27FC236}">
                  <a16:creationId xmlns:a16="http://schemas.microsoft.com/office/drawing/2014/main" id="{7CA43390-1E7B-24F8-67D7-7095E6907C19}"/>
                </a:ext>
              </a:extLst>
            </p:cNvPr>
            <p:cNvSpPr/>
            <p:nvPr/>
          </p:nvSpPr>
          <p:spPr>
            <a:xfrm rot="-2628524">
              <a:off x="279037" y="3557865"/>
              <a:ext cx="634654" cy="312473"/>
            </a:xfrm>
            <a:prstGeom prst="parallelogram">
              <a:avLst>
                <a:gd name="adj" fmla="val 9564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2" name="Google Shape;622;p2">
              <a:extLst>
                <a:ext uri="{FF2B5EF4-FFF2-40B4-BE49-F238E27FC236}">
                  <a16:creationId xmlns:a16="http://schemas.microsoft.com/office/drawing/2014/main" id="{DE7241B7-4C7D-4B8A-258B-DB5A32CF8F9E}"/>
                </a:ext>
              </a:extLst>
            </p:cNvPr>
            <p:cNvSpPr/>
            <p:nvPr/>
          </p:nvSpPr>
          <p:spPr>
            <a:xfrm>
              <a:off x="717201" y="3383539"/>
              <a:ext cx="429706" cy="429706"/>
            </a:xfrm>
            <a:prstGeom prst="rect">
              <a:avLst/>
            </a:prstGeom>
            <a:solidFill>
              <a:srgbClr val="899CB5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3" name="Google Shape;623;p2">
              <a:extLst>
                <a:ext uri="{FF2B5EF4-FFF2-40B4-BE49-F238E27FC236}">
                  <a16:creationId xmlns:a16="http://schemas.microsoft.com/office/drawing/2014/main" id="{9E241573-5039-5F34-D8AC-21BCABE5E704}"/>
                </a:ext>
              </a:extLst>
            </p:cNvPr>
            <p:cNvSpPr/>
            <p:nvPr/>
          </p:nvSpPr>
          <p:spPr>
            <a:xfrm>
              <a:off x="788054" y="3454392"/>
              <a:ext cx="288000" cy="288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354" name="Google Shape;624;p2">
              <a:extLst>
                <a:ext uri="{FF2B5EF4-FFF2-40B4-BE49-F238E27FC236}">
                  <a16:creationId xmlns:a16="http://schemas.microsoft.com/office/drawing/2014/main" id="{698A4A95-11BA-A489-D975-D58D7FE00493}"/>
                </a:ext>
              </a:extLst>
            </p:cNvPr>
            <p:cNvGrpSpPr/>
            <p:nvPr/>
          </p:nvGrpSpPr>
          <p:grpSpPr>
            <a:xfrm>
              <a:off x="752054" y="3418392"/>
              <a:ext cx="360000" cy="360000"/>
              <a:chOff x="1107726" y="4107670"/>
              <a:chExt cx="461928" cy="461928"/>
            </a:xfrm>
          </p:grpSpPr>
          <p:sp>
            <p:nvSpPr>
              <p:cNvPr id="355" name="Google Shape;625;p2">
                <a:extLst>
                  <a:ext uri="{FF2B5EF4-FFF2-40B4-BE49-F238E27FC236}">
                    <a16:creationId xmlns:a16="http://schemas.microsoft.com/office/drawing/2014/main" id="{F3C1D304-0EDC-5679-2B2A-2E77AAA3AA4D}"/>
                  </a:ext>
                </a:extLst>
              </p:cNvPr>
              <p:cNvSpPr/>
              <p:nvPr/>
            </p:nvSpPr>
            <p:spPr>
              <a:xfrm>
                <a:off x="1107726" y="4107670"/>
                <a:ext cx="461928" cy="461928"/>
              </a:xfrm>
              <a:prstGeom prst="flowChartConnector">
                <a:avLst/>
              </a:prstGeom>
              <a:solidFill>
                <a:srgbClr val="60799A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grpSp>
            <p:nvGrpSpPr>
              <p:cNvPr id="356" name="Google Shape;626;p2">
                <a:extLst>
                  <a:ext uri="{FF2B5EF4-FFF2-40B4-BE49-F238E27FC236}">
                    <a16:creationId xmlns:a16="http://schemas.microsoft.com/office/drawing/2014/main" id="{64C909E1-2B75-54AD-6C45-90560DC7CBCC}"/>
                  </a:ext>
                </a:extLst>
              </p:cNvPr>
              <p:cNvGrpSpPr/>
              <p:nvPr/>
            </p:nvGrpSpPr>
            <p:grpSpPr>
              <a:xfrm>
                <a:off x="1183785" y="4209713"/>
                <a:ext cx="309796" cy="276199"/>
                <a:chOff x="12570496" y="4806950"/>
                <a:chExt cx="527061" cy="469900"/>
              </a:xfrm>
            </p:grpSpPr>
            <p:sp>
              <p:nvSpPr>
                <p:cNvPr id="357" name="Google Shape;627;p2">
                  <a:extLst>
                    <a:ext uri="{FF2B5EF4-FFF2-40B4-BE49-F238E27FC236}">
                      <a16:creationId xmlns:a16="http://schemas.microsoft.com/office/drawing/2014/main" id="{9B2033BF-0815-4225-AC9C-D592C4EFE7EB}"/>
                    </a:ext>
                  </a:extLst>
                </p:cNvPr>
                <p:cNvSpPr/>
                <p:nvPr/>
              </p:nvSpPr>
              <p:spPr>
                <a:xfrm>
                  <a:off x="12570496" y="4806950"/>
                  <a:ext cx="527050" cy="204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86" extrusionOk="0">
                      <a:moveTo>
                        <a:pt x="1" y="45"/>
                      </a:moveTo>
                      <a:cubicBezTo>
                        <a:pt x="1" y="46"/>
                        <a:pt x="1" y="47"/>
                        <a:pt x="2" y="47"/>
                      </a:cubicBezTo>
                      <a:cubicBezTo>
                        <a:pt x="40" y="85"/>
                        <a:pt x="40" y="85"/>
                        <a:pt x="40" y="85"/>
                      </a:cubicBezTo>
                      <a:cubicBezTo>
                        <a:pt x="41" y="86"/>
                        <a:pt x="42" y="86"/>
                        <a:pt x="43" y="86"/>
                      </a:cubicBezTo>
                      <a:cubicBezTo>
                        <a:pt x="44" y="86"/>
                        <a:pt x="46" y="86"/>
                        <a:pt x="47" y="85"/>
                      </a:cubicBezTo>
                      <a:cubicBezTo>
                        <a:pt x="48" y="83"/>
                        <a:pt x="48" y="80"/>
                        <a:pt x="47" y="78"/>
                      </a:cubicBezTo>
                      <a:cubicBezTo>
                        <a:pt x="17" y="48"/>
                        <a:pt x="17" y="48"/>
                        <a:pt x="17" y="48"/>
                      </a:cubicBezTo>
                      <a:cubicBezTo>
                        <a:pt x="216" y="48"/>
                        <a:pt x="216" y="48"/>
                        <a:pt x="216" y="48"/>
                      </a:cubicBezTo>
                      <a:cubicBezTo>
                        <a:pt x="219" y="48"/>
                        <a:pt x="221" y="46"/>
                        <a:pt x="221" y="44"/>
                      </a:cubicBezTo>
                      <a:cubicBezTo>
                        <a:pt x="221" y="41"/>
                        <a:pt x="219" y="39"/>
                        <a:pt x="216" y="39"/>
                      </a:cubicBezTo>
                      <a:cubicBezTo>
                        <a:pt x="17" y="39"/>
                        <a:pt x="17" y="39"/>
                        <a:pt x="17" y="39"/>
                      </a:cubicBezTo>
                      <a:cubicBezTo>
                        <a:pt x="47" y="9"/>
                        <a:pt x="47" y="9"/>
                        <a:pt x="47" y="9"/>
                      </a:cubicBezTo>
                      <a:cubicBezTo>
                        <a:pt x="48" y="7"/>
                        <a:pt x="48" y="4"/>
                        <a:pt x="47" y="2"/>
                      </a:cubicBezTo>
                      <a:cubicBezTo>
                        <a:pt x="45" y="0"/>
                        <a:pt x="42" y="0"/>
                        <a:pt x="40" y="2"/>
                      </a:cubicBezTo>
                      <a:cubicBezTo>
                        <a:pt x="2" y="40"/>
                        <a:pt x="2" y="40"/>
                        <a:pt x="2" y="40"/>
                      </a:cubicBezTo>
                      <a:cubicBezTo>
                        <a:pt x="1" y="41"/>
                        <a:pt x="1" y="41"/>
                        <a:pt x="1" y="42"/>
                      </a:cubicBezTo>
                      <a:cubicBezTo>
                        <a:pt x="1" y="42"/>
                        <a:pt x="0" y="43"/>
                        <a:pt x="0" y="44"/>
                      </a:cubicBezTo>
                      <a:cubicBezTo>
                        <a:pt x="0" y="44"/>
                        <a:pt x="1" y="45"/>
                        <a:pt x="1" y="4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80675" tIns="40325" rIns="80675" bIns="4032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88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358" name="Google Shape;628;p2">
                  <a:extLst>
                    <a:ext uri="{FF2B5EF4-FFF2-40B4-BE49-F238E27FC236}">
                      <a16:creationId xmlns:a16="http://schemas.microsoft.com/office/drawing/2014/main" id="{660C671A-E065-DFF8-18B6-D59C2D572952}"/>
                    </a:ext>
                  </a:extLst>
                </p:cNvPr>
                <p:cNvSpPr/>
                <p:nvPr/>
              </p:nvSpPr>
              <p:spPr>
                <a:xfrm>
                  <a:off x="12570507" y="5072063"/>
                  <a:ext cx="527050" cy="204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86" extrusionOk="0">
                      <a:moveTo>
                        <a:pt x="221" y="42"/>
                      </a:moveTo>
                      <a:cubicBezTo>
                        <a:pt x="221" y="41"/>
                        <a:pt x="220" y="41"/>
                        <a:pt x="220" y="40"/>
                      </a:cubicBezTo>
                      <a:cubicBezTo>
                        <a:pt x="182" y="2"/>
                        <a:pt x="182" y="2"/>
                        <a:pt x="182" y="2"/>
                      </a:cubicBezTo>
                      <a:cubicBezTo>
                        <a:pt x="180" y="0"/>
                        <a:pt x="177" y="0"/>
                        <a:pt x="175" y="2"/>
                      </a:cubicBezTo>
                      <a:cubicBezTo>
                        <a:pt x="173" y="4"/>
                        <a:pt x="173" y="7"/>
                        <a:pt x="175" y="9"/>
                      </a:cubicBezTo>
                      <a:cubicBezTo>
                        <a:pt x="205" y="39"/>
                        <a:pt x="205" y="39"/>
                        <a:pt x="205" y="39"/>
                      </a:cubicBezTo>
                      <a:cubicBezTo>
                        <a:pt x="5" y="39"/>
                        <a:pt x="5" y="39"/>
                        <a:pt x="5" y="39"/>
                      </a:cubicBezTo>
                      <a:cubicBezTo>
                        <a:pt x="3" y="39"/>
                        <a:pt x="0" y="41"/>
                        <a:pt x="0" y="44"/>
                      </a:cubicBezTo>
                      <a:cubicBezTo>
                        <a:pt x="0" y="46"/>
                        <a:pt x="3" y="48"/>
                        <a:pt x="5" y="48"/>
                      </a:cubicBezTo>
                      <a:cubicBezTo>
                        <a:pt x="205" y="48"/>
                        <a:pt x="205" y="48"/>
                        <a:pt x="205" y="48"/>
                      </a:cubicBezTo>
                      <a:cubicBezTo>
                        <a:pt x="175" y="78"/>
                        <a:pt x="175" y="78"/>
                        <a:pt x="175" y="78"/>
                      </a:cubicBezTo>
                      <a:cubicBezTo>
                        <a:pt x="173" y="80"/>
                        <a:pt x="173" y="83"/>
                        <a:pt x="175" y="85"/>
                      </a:cubicBezTo>
                      <a:cubicBezTo>
                        <a:pt x="176" y="86"/>
                        <a:pt x="177" y="86"/>
                        <a:pt x="179" y="86"/>
                      </a:cubicBezTo>
                      <a:cubicBezTo>
                        <a:pt x="180" y="86"/>
                        <a:pt x="181" y="86"/>
                        <a:pt x="182" y="85"/>
                      </a:cubicBezTo>
                      <a:cubicBezTo>
                        <a:pt x="220" y="47"/>
                        <a:pt x="220" y="47"/>
                        <a:pt x="220" y="47"/>
                      </a:cubicBezTo>
                      <a:cubicBezTo>
                        <a:pt x="220" y="47"/>
                        <a:pt x="221" y="46"/>
                        <a:pt x="221" y="45"/>
                      </a:cubicBezTo>
                      <a:cubicBezTo>
                        <a:pt x="221" y="45"/>
                        <a:pt x="221" y="44"/>
                        <a:pt x="221" y="44"/>
                      </a:cubicBezTo>
                      <a:cubicBezTo>
                        <a:pt x="221" y="43"/>
                        <a:pt x="221" y="42"/>
                        <a:pt x="221" y="4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80675" tIns="40325" rIns="80675" bIns="40325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588">
                    <a:solidFill>
                      <a:schemeClr val="dk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</p:grpSp>
      </p:grpSp>
      <p:grpSp>
        <p:nvGrpSpPr>
          <p:cNvPr id="359" name="Google Shape;629;p2">
            <a:extLst>
              <a:ext uri="{FF2B5EF4-FFF2-40B4-BE49-F238E27FC236}">
                <a16:creationId xmlns:a16="http://schemas.microsoft.com/office/drawing/2014/main" id="{2FA73060-7F2A-47B6-34C7-E3408F2F7607}"/>
              </a:ext>
            </a:extLst>
          </p:cNvPr>
          <p:cNvGrpSpPr/>
          <p:nvPr userDrawn="1"/>
        </p:nvGrpSpPr>
        <p:grpSpPr>
          <a:xfrm>
            <a:off x="62558" y="3916731"/>
            <a:ext cx="807705" cy="604401"/>
            <a:chOff x="259208" y="4004414"/>
            <a:chExt cx="888476" cy="664839"/>
          </a:xfrm>
        </p:grpSpPr>
        <p:sp>
          <p:nvSpPr>
            <p:cNvPr id="360" name="Google Shape;630;p2">
              <a:extLst>
                <a:ext uri="{FF2B5EF4-FFF2-40B4-BE49-F238E27FC236}">
                  <a16:creationId xmlns:a16="http://schemas.microsoft.com/office/drawing/2014/main" id="{84729528-0F87-8793-E6B0-3C3C3B9915B7}"/>
                </a:ext>
              </a:extLst>
            </p:cNvPr>
            <p:cNvSpPr/>
            <p:nvPr/>
          </p:nvSpPr>
          <p:spPr>
            <a:xfrm rot="-2628524">
              <a:off x="279037" y="4180597"/>
              <a:ext cx="634654" cy="312473"/>
            </a:xfrm>
            <a:prstGeom prst="parallelogram">
              <a:avLst>
                <a:gd name="adj" fmla="val 9564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88900" tIns="88900" rIns="88900" bIns="88900" anchor="ctr" anchorCtr="0">
              <a:noAutofit/>
            </a:bodyPr>
            <a:lstStyle/>
            <a:p>
              <a:pPr marL="0" marR="0" lvl="0" indent="0" algn="ctr" rtl="0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endParaRPr sz="1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361" name="Google Shape;631;p2">
              <a:extLst>
                <a:ext uri="{FF2B5EF4-FFF2-40B4-BE49-F238E27FC236}">
                  <a16:creationId xmlns:a16="http://schemas.microsoft.com/office/drawing/2014/main" id="{B1289696-A6EE-77C9-F629-E785B361BC39}"/>
                </a:ext>
              </a:extLst>
            </p:cNvPr>
            <p:cNvGrpSpPr/>
            <p:nvPr/>
          </p:nvGrpSpPr>
          <p:grpSpPr>
            <a:xfrm>
              <a:off x="474694" y="4004414"/>
              <a:ext cx="672990" cy="658719"/>
              <a:chOff x="474694" y="4004414"/>
              <a:chExt cx="672990" cy="658719"/>
            </a:xfrm>
          </p:grpSpPr>
          <p:sp>
            <p:nvSpPr>
              <p:cNvPr id="362" name="Google Shape;632;p2">
                <a:extLst>
                  <a:ext uri="{FF2B5EF4-FFF2-40B4-BE49-F238E27FC236}">
                    <a16:creationId xmlns:a16="http://schemas.microsoft.com/office/drawing/2014/main" id="{4EA78009-2397-5E02-E370-8A23E37562E0}"/>
                  </a:ext>
                </a:extLst>
              </p:cNvPr>
              <p:cNvSpPr/>
              <p:nvPr/>
            </p:nvSpPr>
            <p:spPr>
              <a:xfrm>
                <a:off x="474694" y="4430059"/>
                <a:ext cx="672990" cy="233074"/>
              </a:xfrm>
              <a:prstGeom prst="parallelogram">
                <a:avLst>
                  <a:gd name="adj" fmla="val 104508"/>
                </a:avLst>
              </a:prstGeom>
              <a:solidFill>
                <a:srgbClr val="A5A5A5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363" name="Google Shape;633;p2">
                <a:extLst>
                  <a:ext uri="{FF2B5EF4-FFF2-40B4-BE49-F238E27FC236}">
                    <a16:creationId xmlns:a16="http://schemas.microsoft.com/office/drawing/2014/main" id="{2B86FA54-1109-A257-246F-39A06AD7E258}"/>
                  </a:ext>
                </a:extLst>
              </p:cNvPr>
              <p:cNvSpPr/>
              <p:nvPr/>
            </p:nvSpPr>
            <p:spPr>
              <a:xfrm>
                <a:off x="717201" y="4004414"/>
                <a:ext cx="429706" cy="429706"/>
              </a:xfrm>
              <a:prstGeom prst="rect">
                <a:avLst/>
              </a:prstGeom>
              <a:solidFill>
                <a:srgbClr val="00347A"/>
              </a:solidFill>
              <a:ln>
                <a:noFill/>
              </a:ln>
            </p:spPr>
            <p:txBody>
              <a:bodyPr spcFirstLastPara="1" wrap="square" lIns="88900" tIns="88900" rIns="88900" bIns="88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endParaRPr sz="16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  <p:grpSp>
            <p:nvGrpSpPr>
              <p:cNvPr id="364" name="Google Shape;634;p2">
                <a:extLst>
                  <a:ext uri="{FF2B5EF4-FFF2-40B4-BE49-F238E27FC236}">
                    <a16:creationId xmlns:a16="http://schemas.microsoft.com/office/drawing/2014/main" id="{356C91FF-1948-E334-5569-C8DEB200F2ED}"/>
                  </a:ext>
                </a:extLst>
              </p:cNvPr>
              <p:cNvGrpSpPr/>
              <p:nvPr/>
            </p:nvGrpSpPr>
            <p:grpSpPr>
              <a:xfrm>
                <a:off x="752054" y="4039267"/>
                <a:ext cx="360000" cy="360000"/>
                <a:chOff x="1107727" y="4955057"/>
                <a:chExt cx="461928" cy="461928"/>
              </a:xfrm>
            </p:grpSpPr>
            <p:sp>
              <p:nvSpPr>
                <p:cNvPr id="365" name="Google Shape;635;p2">
                  <a:extLst>
                    <a:ext uri="{FF2B5EF4-FFF2-40B4-BE49-F238E27FC236}">
                      <a16:creationId xmlns:a16="http://schemas.microsoft.com/office/drawing/2014/main" id="{C09CFEC4-AC5A-58C5-6941-5CE31BC93981}"/>
                    </a:ext>
                  </a:extLst>
                </p:cNvPr>
                <p:cNvSpPr/>
                <p:nvPr/>
              </p:nvSpPr>
              <p:spPr>
                <a:xfrm>
                  <a:off x="1107727" y="4955057"/>
                  <a:ext cx="461928" cy="461928"/>
                </a:xfrm>
                <a:prstGeom prst="flowChartConnector">
                  <a:avLst/>
                </a:prstGeom>
                <a:solidFill>
                  <a:srgbClr val="001F47"/>
                </a:solidFill>
                <a:ln>
                  <a:noFill/>
                </a:ln>
              </p:spPr>
              <p:txBody>
                <a:bodyPr spcFirstLastPara="1" wrap="square" lIns="88900" tIns="88900" rIns="88900" bIns="889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endParaRPr sz="1600" b="1">
                    <a:solidFill>
                      <a:schemeClr val="lt1"/>
                    </a:solidFill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  <p:grpSp>
              <p:nvGrpSpPr>
                <p:cNvPr id="366" name="Google Shape;636;p2">
                  <a:extLst>
                    <a:ext uri="{FF2B5EF4-FFF2-40B4-BE49-F238E27FC236}">
                      <a16:creationId xmlns:a16="http://schemas.microsoft.com/office/drawing/2014/main" id="{6064DC55-314E-6E86-0E40-DAAD6F9FA6F6}"/>
                    </a:ext>
                  </a:extLst>
                </p:cNvPr>
                <p:cNvGrpSpPr/>
                <p:nvPr/>
              </p:nvGrpSpPr>
              <p:grpSpPr>
                <a:xfrm>
                  <a:off x="1180164" y="5046696"/>
                  <a:ext cx="317054" cy="278650"/>
                  <a:chOff x="3235325" y="5243513"/>
                  <a:chExt cx="563563" cy="495300"/>
                </a:xfrm>
              </p:grpSpPr>
              <p:sp>
                <p:nvSpPr>
                  <p:cNvPr id="367" name="Google Shape;637;p2">
                    <a:extLst>
                      <a:ext uri="{FF2B5EF4-FFF2-40B4-BE49-F238E27FC236}">
                        <a16:creationId xmlns:a16="http://schemas.microsoft.com/office/drawing/2014/main" id="{CB32B817-80AD-AF00-A51E-870F68097F6C}"/>
                      </a:ext>
                    </a:extLst>
                  </p:cNvPr>
                  <p:cNvSpPr/>
                  <p:nvPr/>
                </p:nvSpPr>
                <p:spPr>
                  <a:xfrm>
                    <a:off x="3235325" y="5243513"/>
                    <a:ext cx="563563" cy="495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12" extrusionOk="0">
                        <a:moveTo>
                          <a:pt x="236" y="0"/>
                        </a:move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2" y="0"/>
                          <a:pt x="0" y="3"/>
                          <a:pt x="0" y="5"/>
                        </a:cubicBezTo>
                        <a:cubicBezTo>
                          <a:pt x="0" y="62"/>
                          <a:pt x="0" y="62"/>
                          <a:pt x="0" y="62"/>
                        </a:cubicBezTo>
                        <a:cubicBezTo>
                          <a:pt x="0" y="207"/>
                          <a:pt x="0" y="207"/>
                          <a:pt x="0" y="207"/>
                        </a:cubicBezTo>
                        <a:cubicBezTo>
                          <a:pt x="0" y="210"/>
                          <a:pt x="2" y="212"/>
                          <a:pt x="5" y="212"/>
                        </a:cubicBezTo>
                        <a:cubicBezTo>
                          <a:pt x="236" y="212"/>
                          <a:pt x="236" y="212"/>
                          <a:pt x="236" y="212"/>
                        </a:cubicBezTo>
                        <a:cubicBezTo>
                          <a:pt x="239" y="212"/>
                          <a:pt x="241" y="210"/>
                          <a:pt x="241" y="207"/>
                        </a:cubicBezTo>
                        <a:cubicBezTo>
                          <a:pt x="241" y="62"/>
                          <a:pt x="241" y="62"/>
                          <a:pt x="241" y="62"/>
                        </a:cubicBezTo>
                        <a:cubicBezTo>
                          <a:pt x="241" y="5"/>
                          <a:pt x="241" y="5"/>
                          <a:pt x="241" y="5"/>
                        </a:cubicBezTo>
                        <a:cubicBezTo>
                          <a:pt x="241" y="3"/>
                          <a:pt x="239" y="0"/>
                          <a:pt x="236" y="0"/>
                        </a:cubicBezTo>
                        <a:close/>
                        <a:moveTo>
                          <a:pt x="10" y="10"/>
                        </a:moveTo>
                        <a:cubicBezTo>
                          <a:pt x="231" y="10"/>
                          <a:pt x="231" y="10"/>
                          <a:pt x="231" y="10"/>
                        </a:cubicBezTo>
                        <a:cubicBezTo>
                          <a:pt x="231" y="58"/>
                          <a:pt x="231" y="58"/>
                          <a:pt x="231" y="58"/>
                        </a:cubicBezTo>
                        <a:cubicBezTo>
                          <a:pt x="10" y="58"/>
                          <a:pt x="10" y="58"/>
                          <a:pt x="10" y="58"/>
                        </a:cubicBezTo>
                        <a:lnTo>
                          <a:pt x="10" y="10"/>
                        </a:lnTo>
                        <a:close/>
                        <a:moveTo>
                          <a:pt x="10" y="203"/>
                        </a:moveTo>
                        <a:cubicBezTo>
                          <a:pt x="10" y="67"/>
                          <a:pt x="10" y="67"/>
                          <a:pt x="10" y="67"/>
                        </a:cubicBezTo>
                        <a:cubicBezTo>
                          <a:pt x="231" y="67"/>
                          <a:pt x="231" y="67"/>
                          <a:pt x="231" y="67"/>
                        </a:cubicBezTo>
                        <a:cubicBezTo>
                          <a:pt x="231" y="203"/>
                          <a:pt x="231" y="203"/>
                          <a:pt x="231" y="203"/>
                        </a:cubicBezTo>
                        <a:lnTo>
                          <a:pt x="10" y="20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68" name="Google Shape;638;p2">
                    <a:extLst>
                      <a:ext uri="{FF2B5EF4-FFF2-40B4-BE49-F238E27FC236}">
                        <a16:creationId xmlns:a16="http://schemas.microsoft.com/office/drawing/2014/main" id="{58EA91DD-EDAD-DB8E-8535-57BD3CE87788}"/>
                      </a:ext>
                    </a:extLst>
                  </p:cNvPr>
                  <p:cNvSpPr/>
                  <p:nvPr/>
                </p:nvSpPr>
                <p:spPr>
                  <a:xfrm>
                    <a:off x="3457575" y="5334000"/>
                    <a:ext cx="79375" cy="238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" h="10" extrusionOk="0">
                        <a:moveTo>
                          <a:pt x="29" y="0"/>
                        </a:move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2" y="0"/>
                          <a:pt x="0" y="3"/>
                          <a:pt x="0" y="5"/>
                        </a:cubicBezTo>
                        <a:cubicBezTo>
                          <a:pt x="0" y="8"/>
                          <a:pt x="2" y="10"/>
                          <a:pt x="5" y="10"/>
                        </a:cubicBezTo>
                        <a:cubicBezTo>
                          <a:pt x="29" y="10"/>
                          <a:pt x="29" y="10"/>
                          <a:pt x="29" y="10"/>
                        </a:cubicBezTo>
                        <a:cubicBezTo>
                          <a:pt x="32" y="10"/>
                          <a:pt x="34" y="8"/>
                          <a:pt x="34" y="5"/>
                        </a:cubicBezTo>
                        <a:cubicBezTo>
                          <a:pt x="34" y="3"/>
                          <a:pt x="32" y="0"/>
                          <a:pt x="2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69" name="Google Shape;639;p2">
                    <a:extLst>
                      <a:ext uri="{FF2B5EF4-FFF2-40B4-BE49-F238E27FC236}">
                        <a16:creationId xmlns:a16="http://schemas.microsoft.com/office/drawing/2014/main" id="{4FEDA4E5-53CC-69B9-D872-C7E1793654CF}"/>
                      </a:ext>
                    </a:extLst>
                  </p:cNvPr>
                  <p:cNvSpPr/>
                  <p:nvPr/>
                </p:nvSpPr>
                <p:spPr>
                  <a:xfrm>
                    <a:off x="3670300" y="5286375"/>
                    <a:ext cx="73025" cy="714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31" extrusionOk="0">
                        <a:moveTo>
                          <a:pt x="30" y="2"/>
                        </a:moveTo>
                        <a:cubicBezTo>
                          <a:pt x="28" y="0"/>
                          <a:pt x="25" y="0"/>
                          <a:pt x="23" y="2"/>
                        </a:cubicBezTo>
                        <a:cubicBezTo>
                          <a:pt x="16" y="9"/>
                          <a:pt x="16" y="9"/>
                          <a:pt x="16" y="9"/>
                        </a:cubicBezTo>
                        <a:cubicBezTo>
                          <a:pt x="9" y="2"/>
                          <a:pt x="9" y="2"/>
                          <a:pt x="9" y="2"/>
                        </a:cubicBezTo>
                        <a:cubicBezTo>
                          <a:pt x="7" y="0"/>
                          <a:pt x="4" y="0"/>
                          <a:pt x="2" y="2"/>
                        </a:cubicBezTo>
                        <a:cubicBezTo>
                          <a:pt x="0" y="4"/>
                          <a:pt x="0" y="7"/>
                          <a:pt x="2" y="9"/>
                        </a:cubicBezTo>
                        <a:cubicBezTo>
                          <a:pt x="9" y="16"/>
                          <a:pt x="9" y="16"/>
                          <a:pt x="9" y="16"/>
                        </a:cubicBezTo>
                        <a:cubicBezTo>
                          <a:pt x="2" y="23"/>
                          <a:pt x="2" y="23"/>
                          <a:pt x="2" y="23"/>
                        </a:cubicBezTo>
                        <a:cubicBezTo>
                          <a:pt x="0" y="25"/>
                          <a:pt x="0" y="28"/>
                          <a:pt x="2" y="30"/>
                        </a:cubicBezTo>
                        <a:cubicBezTo>
                          <a:pt x="3" y="31"/>
                          <a:pt x="4" y="31"/>
                          <a:pt x="5" y="31"/>
                        </a:cubicBezTo>
                        <a:cubicBezTo>
                          <a:pt x="7" y="31"/>
                          <a:pt x="8" y="31"/>
                          <a:pt x="9" y="30"/>
                        </a:cubicBezTo>
                        <a:cubicBezTo>
                          <a:pt x="16" y="23"/>
                          <a:pt x="16" y="23"/>
                          <a:pt x="16" y="23"/>
                        </a:cubicBezTo>
                        <a:cubicBezTo>
                          <a:pt x="23" y="30"/>
                          <a:pt x="23" y="30"/>
                          <a:pt x="23" y="30"/>
                        </a:cubicBezTo>
                        <a:cubicBezTo>
                          <a:pt x="24" y="31"/>
                          <a:pt x="25" y="31"/>
                          <a:pt x="26" y="31"/>
                        </a:cubicBezTo>
                        <a:cubicBezTo>
                          <a:pt x="27" y="31"/>
                          <a:pt x="29" y="31"/>
                          <a:pt x="30" y="30"/>
                        </a:cubicBezTo>
                        <a:cubicBezTo>
                          <a:pt x="31" y="28"/>
                          <a:pt x="31" y="25"/>
                          <a:pt x="30" y="23"/>
                        </a:cubicBezTo>
                        <a:cubicBezTo>
                          <a:pt x="23" y="16"/>
                          <a:pt x="23" y="16"/>
                          <a:pt x="23" y="16"/>
                        </a:cubicBezTo>
                        <a:cubicBezTo>
                          <a:pt x="30" y="9"/>
                          <a:pt x="30" y="9"/>
                          <a:pt x="30" y="9"/>
                        </a:cubicBezTo>
                        <a:cubicBezTo>
                          <a:pt x="31" y="7"/>
                          <a:pt x="31" y="4"/>
                          <a:pt x="30" y="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70" name="Google Shape;640;p2">
                    <a:extLst>
                      <a:ext uri="{FF2B5EF4-FFF2-40B4-BE49-F238E27FC236}">
                        <a16:creationId xmlns:a16="http://schemas.microsoft.com/office/drawing/2014/main" id="{6BF210B9-8326-9170-D5DD-ED3FB7CC1739}"/>
                      </a:ext>
                    </a:extLst>
                  </p:cNvPr>
                  <p:cNvSpPr/>
                  <p:nvPr/>
                </p:nvSpPr>
                <p:spPr>
                  <a:xfrm>
                    <a:off x="3565525" y="5289550"/>
                    <a:ext cx="71438" cy="682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" h="29" extrusionOk="0">
                        <a:moveTo>
                          <a:pt x="26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24"/>
                          <a:pt x="0" y="24"/>
                          <a:pt x="0" y="24"/>
                        </a:cubicBezTo>
                        <a:cubicBezTo>
                          <a:pt x="0" y="27"/>
                          <a:pt x="2" y="29"/>
                          <a:pt x="4" y="29"/>
                        </a:cubicBezTo>
                        <a:cubicBezTo>
                          <a:pt x="26" y="29"/>
                          <a:pt x="26" y="29"/>
                          <a:pt x="26" y="29"/>
                        </a:cubicBezTo>
                        <a:cubicBezTo>
                          <a:pt x="29" y="29"/>
                          <a:pt x="31" y="27"/>
                          <a:pt x="31" y="24"/>
                        </a:cubicBezTo>
                        <a:cubicBezTo>
                          <a:pt x="31" y="4"/>
                          <a:pt x="31" y="4"/>
                          <a:pt x="31" y="4"/>
                        </a:cubicBezTo>
                        <a:cubicBezTo>
                          <a:pt x="31" y="2"/>
                          <a:pt x="29" y="0"/>
                          <a:pt x="26" y="0"/>
                        </a:cubicBezTo>
                        <a:close/>
                        <a:moveTo>
                          <a:pt x="21" y="19"/>
                        </a:moveTo>
                        <a:cubicBezTo>
                          <a:pt x="9" y="19"/>
                          <a:pt x="9" y="19"/>
                          <a:pt x="9" y="19"/>
                        </a:cubicBezTo>
                        <a:cubicBezTo>
                          <a:pt x="9" y="9"/>
                          <a:pt x="9" y="9"/>
                          <a:pt x="9" y="9"/>
                        </a:cubicBezTo>
                        <a:cubicBezTo>
                          <a:pt x="21" y="9"/>
                          <a:pt x="21" y="9"/>
                          <a:pt x="21" y="9"/>
                        </a:cubicBezTo>
                        <a:lnTo>
                          <a:pt x="21" y="1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71" name="Google Shape;641;p2">
                    <a:extLst>
                      <a:ext uri="{FF2B5EF4-FFF2-40B4-BE49-F238E27FC236}">
                        <a16:creationId xmlns:a16="http://schemas.microsoft.com/office/drawing/2014/main" id="{3749B04F-E757-868C-4446-A20D2BE7B01E}"/>
                      </a:ext>
                    </a:extLst>
                  </p:cNvPr>
                  <p:cNvSpPr/>
                  <p:nvPr/>
                </p:nvSpPr>
                <p:spPr>
                  <a:xfrm>
                    <a:off x="3471863" y="5514975"/>
                    <a:ext cx="90488" cy="88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" h="38" extrusionOk="0">
                        <a:moveTo>
                          <a:pt x="27" y="1"/>
                        </a:moveTo>
                        <a:cubicBezTo>
                          <a:pt x="24" y="0"/>
                          <a:pt x="22" y="0"/>
                          <a:pt x="20" y="0"/>
                        </a:cubicBezTo>
                        <a:cubicBezTo>
                          <a:pt x="12" y="0"/>
                          <a:pt x="5" y="4"/>
                          <a:pt x="2" y="11"/>
                        </a:cubicBezTo>
                        <a:cubicBezTo>
                          <a:pt x="0" y="16"/>
                          <a:pt x="0" y="21"/>
                          <a:pt x="2" y="26"/>
                        </a:cubicBezTo>
                        <a:cubicBezTo>
                          <a:pt x="4" y="31"/>
                          <a:pt x="8" y="34"/>
                          <a:pt x="12" y="36"/>
                        </a:cubicBezTo>
                        <a:cubicBezTo>
                          <a:pt x="15" y="37"/>
                          <a:pt x="17" y="38"/>
                          <a:pt x="20" y="38"/>
                        </a:cubicBezTo>
                        <a:cubicBezTo>
                          <a:pt x="27" y="38"/>
                          <a:pt x="34" y="33"/>
                          <a:pt x="37" y="26"/>
                        </a:cubicBezTo>
                        <a:cubicBezTo>
                          <a:pt x="39" y="21"/>
                          <a:pt x="39" y="16"/>
                          <a:pt x="37" y="11"/>
                        </a:cubicBezTo>
                        <a:cubicBezTo>
                          <a:pt x="35" y="7"/>
                          <a:pt x="31" y="3"/>
                          <a:pt x="27" y="1"/>
                        </a:cubicBezTo>
                        <a:close/>
                        <a:moveTo>
                          <a:pt x="28" y="22"/>
                        </a:moveTo>
                        <a:cubicBezTo>
                          <a:pt x="26" y="27"/>
                          <a:pt x="21" y="29"/>
                          <a:pt x="16" y="27"/>
                        </a:cubicBezTo>
                        <a:cubicBezTo>
                          <a:pt x="14" y="26"/>
                          <a:pt x="12" y="25"/>
                          <a:pt x="11" y="22"/>
                        </a:cubicBezTo>
                        <a:cubicBezTo>
                          <a:pt x="10" y="20"/>
                          <a:pt x="10" y="17"/>
                          <a:pt x="11" y="15"/>
                        </a:cubicBezTo>
                        <a:cubicBezTo>
                          <a:pt x="12" y="12"/>
                          <a:pt x="16" y="9"/>
                          <a:pt x="20" y="9"/>
                        </a:cubicBezTo>
                        <a:cubicBezTo>
                          <a:pt x="21" y="9"/>
                          <a:pt x="22" y="10"/>
                          <a:pt x="23" y="10"/>
                        </a:cubicBezTo>
                        <a:cubicBezTo>
                          <a:pt x="25" y="11"/>
                          <a:pt x="27" y="13"/>
                          <a:pt x="28" y="15"/>
                        </a:cubicBezTo>
                        <a:cubicBezTo>
                          <a:pt x="29" y="17"/>
                          <a:pt x="29" y="20"/>
                          <a:pt x="28" y="22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  <p:sp>
                <p:nvSpPr>
                  <p:cNvPr id="372" name="Google Shape;642;p2">
                    <a:extLst>
                      <a:ext uri="{FF2B5EF4-FFF2-40B4-BE49-F238E27FC236}">
                        <a16:creationId xmlns:a16="http://schemas.microsoft.com/office/drawing/2014/main" id="{307FBCAD-83D9-5B94-B2FA-1F2D80B98F0C}"/>
                      </a:ext>
                    </a:extLst>
                  </p:cNvPr>
                  <p:cNvSpPr/>
                  <p:nvPr/>
                </p:nvSpPr>
                <p:spPr>
                  <a:xfrm>
                    <a:off x="3398838" y="5440363"/>
                    <a:ext cx="236538" cy="234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1" h="101" extrusionOk="0">
                        <a:moveTo>
                          <a:pt x="99" y="58"/>
                        </a:moveTo>
                        <a:cubicBezTo>
                          <a:pt x="90" y="53"/>
                          <a:pt x="90" y="53"/>
                          <a:pt x="90" y="53"/>
                        </a:cubicBezTo>
                        <a:cubicBezTo>
                          <a:pt x="90" y="51"/>
                          <a:pt x="90" y="50"/>
                          <a:pt x="90" y="48"/>
                        </a:cubicBezTo>
                        <a:cubicBezTo>
                          <a:pt x="99" y="43"/>
                          <a:pt x="99" y="43"/>
                          <a:pt x="99" y="43"/>
                        </a:cubicBezTo>
                        <a:cubicBezTo>
                          <a:pt x="100" y="42"/>
                          <a:pt x="101" y="39"/>
                          <a:pt x="101" y="37"/>
                        </a:cubicBezTo>
                        <a:cubicBezTo>
                          <a:pt x="100" y="33"/>
                          <a:pt x="98" y="28"/>
                          <a:pt x="95" y="24"/>
                        </a:cubicBezTo>
                        <a:cubicBezTo>
                          <a:pt x="94" y="22"/>
                          <a:pt x="92" y="21"/>
                          <a:pt x="90" y="22"/>
                        </a:cubicBezTo>
                        <a:cubicBezTo>
                          <a:pt x="80" y="24"/>
                          <a:pt x="80" y="24"/>
                          <a:pt x="80" y="24"/>
                        </a:cubicBezTo>
                        <a:cubicBezTo>
                          <a:pt x="79" y="23"/>
                          <a:pt x="78" y="22"/>
                          <a:pt x="76" y="21"/>
                        </a:cubicBezTo>
                        <a:cubicBezTo>
                          <a:pt x="79" y="11"/>
                          <a:pt x="79" y="11"/>
                          <a:pt x="79" y="11"/>
                        </a:cubicBezTo>
                        <a:cubicBezTo>
                          <a:pt x="80" y="9"/>
                          <a:pt x="79" y="7"/>
                          <a:pt x="77" y="6"/>
                        </a:cubicBezTo>
                        <a:cubicBezTo>
                          <a:pt x="75" y="5"/>
                          <a:pt x="72" y="3"/>
                          <a:pt x="70" y="3"/>
                        </a:cubicBezTo>
                        <a:cubicBezTo>
                          <a:pt x="68" y="2"/>
                          <a:pt x="66" y="1"/>
                          <a:pt x="63" y="0"/>
                        </a:cubicBezTo>
                        <a:cubicBezTo>
                          <a:pt x="61" y="0"/>
                          <a:pt x="59" y="1"/>
                          <a:pt x="58" y="3"/>
                        </a:cubicBezTo>
                        <a:cubicBezTo>
                          <a:pt x="53" y="11"/>
                          <a:pt x="53" y="11"/>
                          <a:pt x="53" y="11"/>
                        </a:cubicBezTo>
                        <a:cubicBezTo>
                          <a:pt x="51" y="11"/>
                          <a:pt x="49" y="11"/>
                          <a:pt x="48" y="11"/>
                        </a:cubicBezTo>
                        <a:cubicBezTo>
                          <a:pt x="43" y="3"/>
                          <a:pt x="43" y="3"/>
                          <a:pt x="43" y="3"/>
                        </a:cubicBezTo>
                        <a:cubicBezTo>
                          <a:pt x="42" y="1"/>
                          <a:pt x="39" y="0"/>
                          <a:pt x="37" y="0"/>
                        </a:cubicBezTo>
                        <a:cubicBezTo>
                          <a:pt x="35" y="1"/>
                          <a:pt x="33" y="2"/>
                          <a:pt x="31" y="3"/>
                        </a:cubicBezTo>
                        <a:cubicBezTo>
                          <a:pt x="30" y="3"/>
                          <a:pt x="30" y="3"/>
                          <a:pt x="30" y="3"/>
                        </a:cubicBezTo>
                        <a:cubicBezTo>
                          <a:pt x="28" y="4"/>
                          <a:pt x="26" y="5"/>
                          <a:pt x="24" y="6"/>
                        </a:cubicBezTo>
                        <a:cubicBezTo>
                          <a:pt x="22" y="7"/>
                          <a:pt x="21" y="9"/>
                          <a:pt x="22" y="11"/>
                        </a:cubicBezTo>
                        <a:cubicBezTo>
                          <a:pt x="24" y="21"/>
                          <a:pt x="24" y="21"/>
                          <a:pt x="24" y="21"/>
                        </a:cubicBezTo>
                        <a:cubicBezTo>
                          <a:pt x="23" y="22"/>
                          <a:pt x="22" y="23"/>
                          <a:pt x="20" y="25"/>
                        </a:cubicBezTo>
                        <a:cubicBezTo>
                          <a:pt x="11" y="22"/>
                          <a:pt x="11" y="22"/>
                          <a:pt x="11" y="22"/>
                        </a:cubicBezTo>
                        <a:cubicBezTo>
                          <a:pt x="9" y="22"/>
                          <a:pt x="7" y="23"/>
                          <a:pt x="6" y="25"/>
                        </a:cubicBezTo>
                        <a:cubicBezTo>
                          <a:pt x="5" y="26"/>
                          <a:pt x="4" y="28"/>
                          <a:pt x="3" y="30"/>
                        </a:cubicBezTo>
                        <a:cubicBezTo>
                          <a:pt x="2" y="32"/>
                          <a:pt x="2" y="32"/>
                          <a:pt x="2" y="32"/>
                        </a:cubicBezTo>
                        <a:cubicBezTo>
                          <a:pt x="1" y="34"/>
                          <a:pt x="1" y="36"/>
                          <a:pt x="0" y="38"/>
                        </a:cubicBezTo>
                        <a:cubicBezTo>
                          <a:pt x="0" y="40"/>
                          <a:pt x="1" y="42"/>
                          <a:pt x="2" y="43"/>
                        </a:cubicBezTo>
                        <a:cubicBezTo>
                          <a:pt x="11" y="48"/>
                          <a:pt x="11" y="48"/>
                          <a:pt x="11" y="48"/>
                        </a:cubicBezTo>
                        <a:cubicBezTo>
                          <a:pt x="11" y="50"/>
                          <a:pt x="11" y="52"/>
                          <a:pt x="11" y="54"/>
                        </a:cubicBezTo>
                        <a:cubicBezTo>
                          <a:pt x="3" y="59"/>
                          <a:pt x="3" y="59"/>
                          <a:pt x="3" y="59"/>
                        </a:cubicBezTo>
                        <a:cubicBezTo>
                          <a:pt x="1" y="60"/>
                          <a:pt x="0" y="62"/>
                          <a:pt x="0" y="64"/>
                        </a:cubicBezTo>
                        <a:cubicBezTo>
                          <a:pt x="1" y="66"/>
                          <a:pt x="2" y="68"/>
                          <a:pt x="2" y="70"/>
                        </a:cubicBezTo>
                        <a:cubicBezTo>
                          <a:pt x="3" y="71"/>
                          <a:pt x="3" y="71"/>
                          <a:pt x="3" y="71"/>
                        </a:cubicBezTo>
                        <a:cubicBezTo>
                          <a:pt x="4" y="73"/>
                          <a:pt x="5" y="75"/>
                          <a:pt x="6" y="77"/>
                        </a:cubicBezTo>
                        <a:cubicBezTo>
                          <a:pt x="7" y="79"/>
                          <a:pt x="9" y="80"/>
                          <a:pt x="11" y="79"/>
                        </a:cubicBezTo>
                        <a:cubicBezTo>
                          <a:pt x="21" y="77"/>
                          <a:pt x="21" y="77"/>
                          <a:pt x="21" y="77"/>
                        </a:cubicBezTo>
                        <a:cubicBezTo>
                          <a:pt x="22" y="78"/>
                          <a:pt x="23" y="80"/>
                          <a:pt x="25" y="81"/>
                        </a:cubicBezTo>
                        <a:cubicBezTo>
                          <a:pt x="22" y="90"/>
                          <a:pt x="22" y="90"/>
                          <a:pt x="22" y="90"/>
                        </a:cubicBezTo>
                        <a:cubicBezTo>
                          <a:pt x="22" y="92"/>
                          <a:pt x="23" y="94"/>
                          <a:pt x="24" y="96"/>
                        </a:cubicBezTo>
                        <a:cubicBezTo>
                          <a:pt x="27" y="97"/>
                          <a:pt x="29" y="98"/>
                          <a:pt x="31" y="99"/>
                        </a:cubicBezTo>
                        <a:cubicBezTo>
                          <a:pt x="33" y="100"/>
                          <a:pt x="35" y="100"/>
                          <a:pt x="38" y="101"/>
                        </a:cubicBezTo>
                        <a:cubicBezTo>
                          <a:pt x="38" y="101"/>
                          <a:pt x="39" y="101"/>
                          <a:pt x="39" y="101"/>
                        </a:cubicBezTo>
                        <a:cubicBezTo>
                          <a:pt x="41" y="101"/>
                          <a:pt x="42" y="100"/>
                          <a:pt x="43" y="99"/>
                        </a:cubicBezTo>
                        <a:cubicBezTo>
                          <a:pt x="48" y="90"/>
                          <a:pt x="48" y="90"/>
                          <a:pt x="48" y="90"/>
                        </a:cubicBezTo>
                        <a:cubicBezTo>
                          <a:pt x="50" y="90"/>
                          <a:pt x="52" y="90"/>
                          <a:pt x="54" y="90"/>
                        </a:cubicBezTo>
                        <a:cubicBezTo>
                          <a:pt x="58" y="99"/>
                          <a:pt x="58" y="99"/>
                          <a:pt x="58" y="99"/>
                        </a:cubicBezTo>
                        <a:cubicBezTo>
                          <a:pt x="59" y="101"/>
                          <a:pt x="62" y="101"/>
                          <a:pt x="64" y="101"/>
                        </a:cubicBezTo>
                        <a:cubicBezTo>
                          <a:pt x="68" y="100"/>
                          <a:pt x="73" y="98"/>
                          <a:pt x="77" y="95"/>
                        </a:cubicBezTo>
                        <a:cubicBezTo>
                          <a:pt x="79" y="94"/>
                          <a:pt x="80" y="92"/>
                          <a:pt x="79" y="90"/>
                        </a:cubicBezTo>
                        <a:cubicBezTo>
                          <a:pt x="77" y="81"/>
                          <a:pt x="77" y="81"/>
                          <a:pt x="77" y="81"/>
                        </a:cubicBezTo>
                        <a:cubicBezTo>
                          <a:pt x="78" y="79"/>
                          <a:pt x="79" y="78"/>
                          <a:pt x="81" y="77"/>
                        </a:cubicBezTo>
                        <a:cubicBezTo>
                          <a:pt x="90" y="79"/>
                          <a:pt x="90" y="79"/>
                          <a:pt x="90" y="79"/>
                        </a:cubicBezTo>
                        <a:cubicBezTo>
                          <a:pt x="92" y="80"/>
                          <a:pt x="94" y="79"/>
                          <a:pt x="95" y="77"/>
                        </a:cubicBezTo>
                        <a:cubicBezTo>
                          <a:pt x="97" y="75"/>
                          <a:pt x="98" y="73"/>
                          <a:pt x="99" y="70"/>
                        </a:cubicBezTo>
                        <a:cubicBezTo>
                          <a:pt x="100" y="68"/>
                          <a:pt x="100" y="66"/>
                          <a:pt x="101" y="64"/>
                        </a:cubicBezTo>
                        <a:cubicBezTo>
                          <a:pt x="101" y="61"/>
                          <a:pt x="101" y="59"/>
                          <a:pt x="99" y="58"/>
                        </a:cubicBezTo>
                        <a:close/>
                        <a:moveTo>
                          <a:pt x="90" y="67"/>
                        </a:moveTo>
                        <a:cubicBezTo>
                          <a:pt x="89" y="67"/>
                          <a:pt x="89" y="68"/>
                          <a:pt x="89" y="69"/>
                        </a:cubicBezTo>
                        <a:cubicBezTo>
                          <a:pt x="80" y="66"/>
                          <a:pt x="80" y="66"/>
                          <a:pt x="80" y="66"/>
                        </a:cubicBezTo>
                        <a:cubicBezTo>
                          <a:pt x="78" y="66"/>
                          <a:pt x="76" y="67"/>
                          <a:pt x="75" y="68"/>
                        </a:cubicBezTo>
                        <a:cubicBezTo>
                          <a:pt x="73" y="71"/>
                          <a:pt x="71" y="73"/>
                          <a:pt x="68" y="75"/>
                        </a:cubicBezTo>
                        <a:cubicBezTo>
                          <a:pt x="67" y="76"/>
                          <a:pt x="66" y="78"/>
                          <a:pt x="67" y="80"/>
                        </a:cubicBezTo>
                        <a:cubicBezTo>
                          <a:pt x="69" y="89"/>
                          <a:pt x="69" y="89"/>
                          <a:pt x="69" y="89"/>
                        </a:cubicBezTo>
                        <a:cubicBezTo>
                          <a:pt x="68" y="89"/>
                          <a:pt x="66" y="90"/>
                          <a:pt x="65" y="90"/>
                        </a:cubicBezTo>
                        <a:cubicBezTo>
                          <a:pt x="60" y="83"/>
                          <a:pt x="60" y="83"/>
                          <a:pt x="60" y="83"/>
                        </a:cubicBezTo>
                        <a:cubicBezTo>
                          <a:pt x="59" y="81"/>
                          <a:pt x="57" y="80"/>
                          <a:pt x="55" y="80"/>
                        </a:cubicBezTo>
                        <a:cubicBezTo>
                          <a:pt x="52" y="81"/>
                          <a:pt x="49" y="81"/>
                          <a:pt x="46" y="80"/>
                        </a:cubicBezTo>
                        <a:cubicBezTo>
                          <a:pt x="44" y="80"/>
                          <a:pt x="42" y="81"/>
                          <a:pt x="41" y="83"/>
                        </a:cubicBezTo>
                        <a:cubicBezTo>
                          <a:pt x="37" y="91"/>
                          <a:pt x="37" y="91"/>
                          <a:pt x="37" y="91"/>
                        </a:cubicBezTo>
                        <a:cubicBezTo>
                          <a:pt x="36" y="90"/>
                          <a:pt x="35" y="90"/>
                          <a:pt x="35" y="90"/>
                        </a:cubicBezTo>
                        <a:cubicBezTo>
                          <a:pt x="34" y="90"/>
                          <a:pt x="33" y="89"/>
                          <a:pt x="33" y="89"/>
                        </a:cubicBezTo>
                        <a:cubicBezTo>
                          <a:pt x="35" y="80"/>
                          <a:pt x="35" y="80"/>
                          <a:pt x="35" y="80"/>
                        </a:cubicBezTo>
                        <a:cubicBezTo>
                          <a:pt x="35" y="78"/>
                          <a:pt x="35" y="76"/>
                          <a:pt x="33" y="75"/>
                        </a:cubicBezTo>
                        <a:cubicBezTo>
                          <a:pt x="30" y="73"/>
                          <a:pt x="28" y="71"/>
                          <a:pt x="26" y="68"/>
                        </a:cubicBezTo>
                        <a:cubicBezTo>
                          <a:pt x="25" y="67"/>
                          <a:pt x="23" y="66"/>
                          <a:pt x="21" y="67"/>
                        </a:cubicBezTo>
                        <a:cubicBezTo>
                          <a:pt x="12" y="69"/>
                          <a:pt x="12" y="69"/>
                          <a:pt x="12" y="69"/>
                        </a:cubicBezTo>
                        <a:cubicBezTo>
                          <a:pt x="12" y="68"/>
                          <a:pt x="12" y="68"/>
                          <a:pt x="12" y="67"/>
                        </a:cubicBezTo>
                        <a:cubicBezTo>
                          <a:pt x="11" y="67"/>
                          <a:pt x="11" y="67"/>
                          <a:pt x="11" y="67"/>
                        </a:cubicBezTo>
                        <a:cubicBezTo>
                          <a:pt x="11" y="66"/>
                          <a:pt x="11" y="65"/>
                          <a:pt x="11" y="65"/>
                        </a:cubicBezTo>
                        <a:cubicBezTo>
                          <a:pt x="19" y="60"/>
                          <a:pt x="19" y="60"/>
                          <a:pt x="19" y="60"/>
                        </a:cubicBezTo>
                        <a:cubicBezTo>
                          <a:pt x="20" y="59"/>
                          <a:pt x="21" y="57"/>
                          <a:pt x="21" y="55"/>
                        </a:cubicBezTo>
                        <a:cubicBezTo>
                          <a:pt x="20" y="52"/>
                          <a:pt x="20" y="49"/>
                          <a:pt x="21" y="46"/>
                        </a:cubicBezTo>
                        <a:cubicBezTo>
                          <a:pt x="21" y="44"/>
                          <a:pt x="20" y="42"/>
                          <a:pt x="18" y="41"/>
                        </a:cubicBezTo>
                        <a:cubicBezTo>
                          <a:pt x="11" y="37"/>
                          <a:pt x="11" y="37"/>
                          <a:pt x="11" y="37"/>
                        </a:cubicBezTo>
                        <a:cubicBezTo>
                          <a:pt x="11" y="36"/>
                          <a:pt x="11" y="36"/>
                          <a:pt x="11" y="35"/>
                        </a:cubicBezTo>
                        <a:cubicBezTo>
                          <a:pt x="12" y="34"/>
                          <a:pt x="12" y="34"/>
                          <a:pt x="12" y="34"/>
                        </a:cubicBezTo>
                        <a:cubicBezTo>
                          <a:pt x="12" y="34"/>
                          <a:pt x="12" y="33"/>
                          <a:pt x="12" y="33"/>
                        </a:cubicBezTo>
                        <a:cubicBezTo>
                          <a:pt x="21" y="35"/>
                          <a:pt x="21" y="35"/>
                          <a:pt x="21" y="35"/>
                        </a:cubicBezTo>
                        <a:cubicBezTo>
                          <a:pt x="23" y="35"/>
                          <a:pt x="25" y="35"/>
                          <a:pt x="26" y="33"/>
                        </a:cubicBezTo>
                        <a:cubicBezTo>
                          <a:pt x="28" y="31"/>
                          <a:pt x="30" y="28"/>
                          <a:pt x="33" y="26"/>
                        </a:cubicBezTo>
                        <a:cubicBezTo>
                          <a:pt x="34" y="25"/>
                          <a:pt x="35" y="23"/>
                          <a:pt x="35" y="21"/>
                        </a:cubicBezTo>
                        <a:cubicBezTo>
                          <a:pt x="32" y="13"/>
                          <a:pt x="32" y="13"/>
                          <a:pt x="32" y="13"/>
                        </a:cubicBezTo>
                        <a:cubicBezTo>
                          <a:pt x="33" y="12"/>
                          <a:pt x="33" y="12"/>
                          <a:pt x="34" y="12"/>
                        </a:cubicBezTo>
                        <a:cubicBezTo>
                          <a:pt x="35" y="11"/>
                          <a:pt x="35" y="11"/>
                          <a:pt x="35" y="11"/>
                        </a:cubicBezTo>
                        <a:cubicBezTo>
                          <a:pt x="35" y="11"/>
                          <a:pt x="36" y="11"/>
                          <a:pt x="36" y="11"/>
                        </a:cubicBezTo>
                        <a:cubicBezTo>
                          <a:pt x="41" y="19"/>
                          <a:pt x="41" y="19"/>
                          <a:pt x="41" y="19"/>
                        </a:cubicBezTo>
                        <a:cubicBezTo>
                          <a:pt x="42" y="20"/>
                          <a:pt x="44" y="21"/>
                          <a:pt x="46" y="21"/>
                        </a:cubicBezTo>
                        <a:cubicBezTo>
                          <a:pt x="49" y="20"/>
                          <a:pt x="52" y="20"/>
                          <a:pt x="55" y="21"/>
                        </a:cubicBezTo>
                        <a:cubicBezTo>
                          <a:pt x="57" y="21"/>
                          <a:pt x="59" y="20"/>
                          <a:pt x="60" y="19"/>
                        </a:cubicBezTo>
                        <a:cubicBezTo>
                          <a:pt x="65" y="11"/>
                          <a:pt x="65" y="11"/>
                          <a:pt x="65" y="11"/>
                        </a:cubicBezTo>
                        <a:cubicBezTo>
                          <a:pt x="65" y="11"/>
                          <a:pt x="66" y="11"/>
                          <a:pt x="67" y="12"/>
                        </a:cubicBezTo>
                        <a:cubicBezTo>
                          <a:pt x="67" y="12"/>
                          <a:pt x="68" y="12"/>
                          <a:pt x="69" y="12"/>
                        </a:cubicBezTo>
                        <a:cubicBezTo>
                          <a:pt x="66" y="21"/>
                          <a:pt x="66" y="21"/>
                          <a:pt x="66" y="21"/>
                        </a:cubicBezTo>
                        <a:cubicBezTo>
                          <a:pt x="66" y="23"/>
                          <a:pt x="67" y="25"/>
                          <a:pt x="68" y="26"/>
                        </a:cubicBezTo>
                        <a:cubicBezTo>
                          <a:pt x="71" y="28"/>
                          <a:pt x="73" y="30"/>
                          <a:pt x="75" y="33"/>
                        </a:cubicBezTo>
                        <a:cubicBezTo>
                          <a:pt x="76" y="34"/>
                          <a:pt x="78" y="35"/>
                          <a:pt x="80" y="35"/>
                        </a:cubicBezTo>
                        <a:cubicBezTo>
                          <a:pt x="89" y="32"/>
                          <a:pt x="89" y="32"/>
                          <a:pt x="89" y="32"/>
                        </a:cubicBezTo>
                        <a:cubicBezTo>
                          <a:pt x="89" y="34"/>
                          <a:pt x="90" y="35"/>
                          <a:pt x="90" y="36"/>
                        </a:cubicBezTo>
                        <a:cubicBezTo>
                          <a:pt x="83" y="41"/>
                          <a:pt x="83" y="41"/>
                          <a:pt x="83" y="41"/>
                        </a:cubicBezTo>
                        <a:cubicBezTo>
                          <a:pt x="81" y="42"/>
                          <a:pt x="80" y="44"/>
                          <a:pt x="80" y="46"/>
                        </a:cubicBezTo>
                        <a:cubicBezTo>
                          <a:pt x="81" y="49"/>
                          <a:pt x="81" y="52"/>
                          <a:pt x="80" y="55"/>
                        </a:cubicBezTo>
                        <a:cubicBezTo>
                          <a:pt x="80" y="57"/>
                          <a:pt x="81" y="59"/>
                          <a:pt x="83" y="60"/>
                        </a:cubicBezTo>
                        <a:cubicBezTo>
                          <a:pt x="90" y="65"/>
                          <a:pt x="90" y="65"/>
                          <a:pt x="90" y="65"/>
                        </a:cubicBezTo>
                        <a:cubicBezTo>
                          <a:pt x="90" y="65"/>
                          <a:pt x="90" y="66"/>
                          <a:pt x="90" y="6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80675" tIns="40325" rIns="80675" bIns="40325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588">
                      <a:solidFill>
                        <a:schemeClr val="dk1"/>
                      </a:solidFill>
                      <a:latin typeface="Barlow"/>
                      <a:ea typeface="Barlow"/>
                      <a:cs typeface="Barlow"/>
                      <a:sym typeface="Barlow"/>
                    </a:endParaRPr>
                  </a:p>
                </p:txBody>
              </p:sp>
            </p:grpSp>
          </p:grpSp>
        </p:grpSp>
      </p:grpSp>
      <p:sp>
        <p:nvSpPr>
          <p:cNvPr id="373" name="Google Shape;685;p2">
            <a:extLst>
              <a:ext uri="{FF2B5EF4-FFF2-40B4-BE49-F238E27FC236}">
                <a16:creationId xmlns:a16="http://schemas.microsoft.com/office/drawing/2014/main" id="{25BFEABB-ADA2-93DE-4252-7D74F7C1D3BC}"/>
              </a:ext>
            </a:extLst>
          </p:cNvPr>
          <p:cNvSpPr txBox="1"/>
          <p:nvPr userDrawn="1"/>
        </p:nvSpPr>
        <p:spPr>
          <a:xfrm>
            <a:off x="7096866" y="2064108"/>
            <a:ext cx="623101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China</a:t>
            </a:r>
            <a:endParaRPr/>
          </a:p>
        </p:txBody>
      </p:sp>
      <p:sp>
        <p:nvSpPr>
          <p:cNvPr id="374" name="Google Shape;721;p2">
            <a:extLst>
              <a:ext uri="{FF2B5EF4-FFF2-40B4-BE49-F238E27FC236}">
                <a16:creationId xmlns:a16="http://schemas.microsoft.com/office/drawing/2014/main" id="{97312ECF-50F8-A1DE-FF3E-B20EBB08CF6D}"/>
              </a:ext>
            </a:extLst>
          </p:cNvPr>
          <p:cNvSpPr txBox="1"/>
          <p:nvPr userDrawn="1"/>
        </p:nvSpPr>
        <p:spPr>
          <a:xfrm>
            <a:off x="7767143" y="2064108"/>
            <a:ext cx="623101" cy="16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Canada</a:t>
            </a:r>
            <a:endParaRPr/>
          </a:p>
        </p:txBody>
      </p:sp>
      <p:sp>
        <p:nvSpPr>
          <p:cNvPr id="375" name="Google Shape;731;p2">
            <a:extLst>
              <a:ext uri="{FF2B5EF4-FFF2-40B4-BE49-F238E27FC236}">
                <a16:creationId xmlns:a16="http://schemas.microsoft.com/office/drawing/2014/main" id="{DC4447CC-AA9A-FD5F-DEF1-9F7CEA18AD79}"/>
              </a:ext>
            </a:extLst>
          </p:cNvPr>
          <p:cNvSpPr/>
          <p:nvPr userDrawn="1"/>
        </p:nvSpPr>
        <p:spPr>
          <a:xfrm>
            <a:off x="2506695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6" name="Google Shape;732;p2">
            <a:extLst>
              <a:ext uri="{FF2B5EF4-FFF2-40B4-BE49-F238E27FC236}">
                <a16:creationId xmlns:a16="http://schemas.microsoft.com/office/drawing/2014/main" id="{7ACD5B29-00A7-3D08-85F7-170DEBBFDA1D}"/>
              </a:ext>
            </a:extLst>
          </p:cNvPr>
          <p:cNvSpPr/>
          <p:nvPr userDrawn="1"/>
        </p:nvSpPr>
        <p:spPr>
          <a:xfrm>
            <a:off x="3768362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7" name="Google Shape;733;p2">
            <a:extLst>
              <a:ext uri="{FF2B5EF4-FFF2-40B4-BE49-F238E27FC236}">
                <a16:creationId xmlns:a16="http://schemas.microsoft.com/office/drawing/2014/main" id="{ACDCDB74-966E-DFC1-1C73-811D0CBE7F5D}"/>
              </a:ext>
            </a:extLst>
          </p:cNvPr>
          <p:cNvSpPr/>
          <p:nvPr userDrawn="1"/>
        </p:nvSpPr>
        <p:spPr>
          <a:xfrm>
            <a:off x="4457655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8" name="Google Shape;734;p2">
            <a:extLst>
              <a:ext uri="{FF2B5EF4-FFF2-40B4-BE49-F238E27FC236}">
                <a16:creationId xmlns:a16="http://schemas.microsoft.com/office/drawing/2014/main" id="{4D4BBDCD-43D1-D736-D21E-438F83166404}"/>
              </a:ext>
            </a:extLst>
          </p:cNvPr>
          <p:cNvSpPr/>
          <p:nvPr userDrawn="1"/>
        </p:nvSpPr>
        <p:spPr>
          <a:xfrm>
            <a:off x="5135478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9" name="Google Shape;735;p2">
            <a:extLst>
              <a:ext uri="{FF2B5EF4-FFF2-40B4-BE49-F238E27FC236}">
                <a16:creationId xmlns:a16="http://schemas.microsoft.com/office/drawing/2014/main" id="{8F279FCC-3868-FE2C-EBD8-1350F2FA954E}"/>
              </a:ext>
            </a:extLst>
          </p:cNvPr>
          <p:cNvSpPr/>
          <p:nvPr userDrawn="1"/>
        </p:nvSpPr>
        <p:spPr>
          <a:xfrm>
            <a:off x="5720467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0" name="Google Shape;736;p2">
            <a:extLst>
              <a:ext uri="{FF2B5EF4-FFF2-40B4-BE49-F238E27FC236}">
                <a16:creationId xmlns:a16="http://schemas.microsoft.com/office/drawing/2014/main" id="{1ECBDD0A-F251-B480-53EC-4A62E2C3D6C4}"/>
              </a:ext>
            </a:extLst>
          </p:cNvPr>
          <p:cNvSpPr/>
          <p:nvPr userDrawn="1"/>
        </p:nvSpPr>
        <p:spPr>
          <a:xfrm>
            <a:off x="7074308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1" name="Google Shape;737;p2">
            <a:extLst>
              <a:ext uri="{FF2B5EF4-FFF2-40B4-BE49-F238E27FC236}">
                <a16:creationId xmlns:a16="http://schemas.microsoft.com/office/drawing/2014/main" id="{18198DFB-9E1B-5783-A378-7F6673CDAC0C}"/>
              </a:ext>
            </a:extLst>
          </p:cNvPr>
          <p:cNvSpPr/>
          <p:nvPr userDrawn="1"/>
        </p:nvSpPr>
        <p:spPr>
          <a:xfrm>
            <a:off x="7750596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2" name="Google Shape;738;p2">
            <a:extLst>
              <a:ext uri="{FF2B5EF4-FFF2-40B4-BE49-F238E27FC236}">
                <a16:creationId xmlns:a16="http://schemas.microsoft.com/office/drawing/2014/main" id="{1C05F565-94FF-9F33-AFF9-E3B4C8E78B06}"/>
              </a:ext>
            </a:extLst>
          </p:cNvPr>
          <p:cNvSpPr/>
          <p:nvPr userDrawn="1"/>
        </p:nvSpPr>
        <p:spPr>
          <a:xfrm>
            <a:off x="6413610" y="2071227"/>
            <a:ext cx="45719" cy="2374920"/>
          </a:xfrm>
          <a:prstGeom prst="flowChartProcess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8900" tIns="88900" rIns="88900" bIns="88900" anchor="ctr" anchorCtr="0">
            <a:noAutofit/>
          </a:bodyPr>
          <a:lstStyle/>
          <a:p>
            <a:pPr marL="0" marR="0" lvl="0" indent="0" algn="ctr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3" name="Google Shape;383;p1">
            <a:extLst>
              <a:ext uri="{FF2B5EF4-FFF2-40B4-BE49-F238E27FC236}">
                <a16:creationId xmlns:a16="http://schemas.microsoft.com/office/drawing/2014/main" id="{66E4FA2F-791F-5535-4674-EC38981E5BB5}"/>
              </a:ext>
            </a:extLst>
          </p:cNvPr>
          <p:cNvSpPr txBox="1">
            <a:spLocks/>
          </p:cNvSpPr>
          <p:nvPr userDrawn="1"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384" name="Text Placeholder 171">
            <a:extLst>
              <a:ext uri="{FF2B5EF4-FFF2-40B4-BE49-F238E27FC236}">
                <a16:creationId xmlns:a16="http://schemas.microsoft.com/office/drawing/2014/main" id="{C427B71E-050E-7D3B-FA5D-A3196F53B6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007" y="5021829"/>
            <a:ext cx="4150060" cy="14795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85" name="Text Placeholder 171">
            <a:extLst>
              <a:ext uri="{FF2B5EF4-FFF2-40B4-BE49-F238E27FC236}">
                <a16:creationId xmlns:a16="http://schemas.microsoft.com/office/drawing/2014/main" id="{84553AB7-0DD3-C5EE-DBC0-1B5331C408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02674" y="5028835"/>
            <a:ext cx="4078368" cy="14795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ADD23-879F-C2CA-E45E-ACFEB75C85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923338" y="5862638"/>
            <a:ext cx="3197225" cy="5540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0303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74729-C680-14D9-611D-E003949781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829EFD-FB3E-C43E-5448-BD5BD1E0EA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D19E6-0F52-F4CF-C924-CA3A947623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‹#›</a:t>
            </a:fld>
            <a:endParaRPr lang="pt-PT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230F1A5-E9B5-0446-02BF-80F12705F2BD}"/>
              </a:ext>
            </a:extLst>
          </p:cNvPr>
          <p:cNvSpPr txBox="1">
            <a:spLocks/>
          </p:cNvSpPr>
          <p:nvPr userDrawn="1"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2" name="Google Shape;1063;p10">
            <a:extLst>
              <a:ext uri="{FF2B5EF4-FFF2-40B4-BE49-F238E27FC236}">
                <a16:creationId xmlns:a16="http://schemas.microsoft.com/office/drawing/2014/main" id="{7C96AA2E-C0FC-0036-5135-484B7495B75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1800">
                <a:latin typeface="Barlow" panose="00000500000000000000" pitchFamily="2" charset="0"/>
              </a:defRPr>
            </a:lvl1pPr>
          </a:lstStyle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/>
              <a:t>The average incident resolution time was </a:t>
            </a:r>
            <a:r>
              <a:rPr lang="pt-PT" dirty="0">
                <a:solidFill>
                  <a:schemeClr val="dk1"/>
                </a:solidFill>
              </a:rPr>
              <a:t>2 hours and 1 minute</a:t>
            </a:r>
            <a:endParaRPr dirty="0"/>
          </a:p>
        </p:txBody>
      </p:sp>
      <p:sp>
        <p:nvSpPr>
          <p:cNvPr id="26" name="Google Shape;1065;p10">
            <a:extLst>
              <a:ext uri="{FF2B5EF4-FFF2-40B4-BE49-F238E27FC236}">
                <a16:creationId xmlns:a16="http://schemas.microsoft.com/office/drawing/2014/main" id="{B110DE39-2C4B-CE50-3EB0-2479C1E722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>
              <a:defRPr sz="3200">
                <a:solidFill>
                  <a:schemeClr val="accent1"/>
                </a:solidFill>
                <a:latin typeface="Barlow SemiBold" panose="00000700000000000000" pitchFamily="2" charset="0"/>
              </a:defRPr>
            </a:lvl1pPr>
          </a:lstStyle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dirty="0"/>
              <a:t>07 | Network Operations – KPIs</a:t>
            </a:r>
            <a:endParaRPr dirty="0"/>
          </a:p>
        </p:txBody>
      </p:sp>
      <p:grpSp>
        <p:nvGrpSpPr>
          <p:cNvPr id="27" name="Google Shape;1066;p10">
            <a:extLst>
              <a:ext uri="{FF2B5EF4-FFF2-40B4-BE49-F238E27FC236}">
                <a16:creationId xmlns:a16="http://schemas.microsoft.com/office/drawing/2014/main" id="{ADA6B236-0028-C355-E650-5B1B8E5CB83D}"/>
              </a:ext>
            </a:extLst>
          </p:cNvPr>
          <p:cNvGrpSpPr/>
          <p:nvPr userDrawn="1"/>
        </p:nvGrpSpPr>
        <p:grpSpPr>
          <a:xfrm>
            <a:off x="550862" y="2146834"/>
            <a:ext cx="5821658" cy="4046576"/>
            <a:chOff x="550863" y="2164770"/>
            <a:chExt cx="5821658" cy="4046576"/>
          </a:xfrm>
        </p:grpSpPr>
        <p:sp>
          <p:nvSpPr>
            <p:cNvPr id="29" name="Google Shape;1068;p10">
              <a:extLst>
                <a:ext uri="{FF2B5EF4-FFF2-40B4-BE49-F238E27FC236}">
                  <a16:creationId xmlns:a16="http://schemas.microsoft.com/office/drawing/2014/main" id="{B7561340-2F5F-30B8-AABE-5D45646CD40A}"/>
                </a:ext>
              </a:extLst>
            </p:cNvPr>
            <p:cNvSpPr/>
            <p:nvPr/>
          </p:nvSpPr>
          <p:spPr>
            <a:xfrm>
              <a:off x="550863" y="2285053"/>
              <a:ext cx="5821658" cy="3926293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" name="Google Shape;1069;p10">
              <a:extLst>
                <a:ext uri="{FF2B5EF4-FFF2-40B4-BE49-F238E27FC236}">
                  <a16:creationId xmlns:a16="http://schemas.microsoft.com/office/drawing/2014/main" id="{192E8656-51E3-9A62-0CCD-28DB6B74DCD9}"/>
                </a:ext>
              </a:extLst>
            </p:cNvPr>
            <p:cNvSpPr/>
            <p:nvPr/>
          </p:nvSpPr>
          <p:spPr>
            <a:xfrm>
              <a:off x="1301692" y="2164770"/>
              <a:ext cx="4320000" cy="2414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Incident Resolution Time distribution by criticality month</a:t>
              </a:r>
              <a:endParaRPr/>
            </a:p>
          </p:txBody>
        </p:sp>
      </p:grpSp>
      <p:grpSp>
        <p:nvGrpSpPr>
          <p:cNvPr id="31" name="Google Shape;1070;p10">
            <a:extLst>
              <a:ext uri="{FF2B5EF4-FFF2-40B4-BE49-F238E27FC236}">
                <a16:creationId xmlns:a16="http://schemas.microsoft.com/office/drawing/2014/main" id="{49637435-53E0-1A15-0F1A-BFF726045088}"/>
              </a:ext>
            </a:extLst>
          </p:cNvPr>
          <p:cNvGrpSpPr/>
          <p:nvPr userDrawn="1"/>
        </p:nvGrpSpPr>
        <p:grpSpPr>
          <a:xfrm>
            <a:off x="6637138" y="4993127"/>
            <a:ext cx="2051006" cy="1080000"/>
            <a:chOff x="6662524" y="5003484"/>
            <a:chExt cx="2051006" cy="1080000"/>
          </a:xfrm>
        </p:grpSpPr>
        <p:sp>
          <p:nvSpPr>
            <p:cNvPr id="32" name="Google Shape;1071;p10">
              <a:extLst>
                <a:ext uri="{FF2B5EF4-FFF2-40B4-BE49-F238E27FC236}">
                  <a16:creationId xmlns:a16="http://schemas.microsoft.com/office/drawing/2014/main" id="{E4D68E97-F4DB-5161-ACCA-E510F9A134EA}"/>
                </a:ext>
              </a:extLst>
            </p:cNvPr>
            <p:cNvSpPr/>
            <p:nvPr/>
          </p:nvSpPr>
          <p:spPr>
            <a:xfrm>
              <a:off x="6662524" y="5003484"/>
              <a:ext cx="2051006" cy="1080000"/>
            </a:xfrm>
            <a:prstGeom prst="rect">
              <a:avLst/>
            </a:prstGeom>
            <a:solidFill>
              <a:srgbClr val="6BB7AF"/>
            </a:solidFill>
            <a:ln>
              <a:noFill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endParaRPr>
            </a:p>
          </p:txBody>
        </p:sp>
        <p:sp>
          <p:nvSpPr>
            <p:cNvPr id="33" name="Google Shape;1072;p10">
              <a:extLst>
                <a:ext uri="{FF2B5EF4-FFF2-40B4-BE49-F238E27FC236}">
                  <a16:creationId xmlns:a16="http://schemas.microsoft.com/office/drawing/2014/main" id="{DB53D09F-4FE2-782C-AEBD-A2C8F635D825}"/>
                </a:ext>
              </a:extLst>
            </p:cNvPr>
            <p:cNvSpPr txBox="1"/>
            <p:nvPr/>
          </p:nvSpPr>
          <p:spPr>
            <a:xfrm>
              <a:off x="7524920" y="5035653"/>
              <a:ext cx="118861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6000" b="1" dirty="0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0</a:t>
              </a:r>
              <a:endParaRPr dirty="0"/>
            </a:p>
          </p:txBody>
        </p:sp>
        <p:grpSp>
          <p:nvGrpSpPr>
            <p:cNvPr id="34" name="Google Shape;1073;p10">
              <a:extLst>
                <a:ext uri="{FF2B5EF4-FFF2-40B4-BE49-F238E27FC236}">
                  <a16:creationId xmlns:a16="http://schemas.microsoft.com/office/drawing/2014/main" id="{72EC1D79-7545-63F9-3FA2-7A5A39C1378D}"/>
                </a:ext>
              </a:extLst>
            </p:cNvPr>
            <p:cNvGrpSpPr/>
            <p:nvPr/>
          </p:nvGrpSpPr>
          <p:grpSpPr>
            <a:xfrm>
              <a:off x="6762947" y="5266945"/>
              <a:ext cx="1083222" cy="553078"/>
              <a:chOff x="6762947" y="5205745"/>
              <a:chExt cx="1083222" cy="553078"/>
            </a:xfrm>
          </p:grpSpPr>
          <p:sp>
            <p:nvSpPr>
              <p:cNvPr id="35" name="Google Shape;1074;p10">
                <a:extLst>
                  <a:ext uri="{FF2B5EF4-FFF2-40B4-BE49-F238E27FC236}">
                    <a16:creationId xmlns:a16="http://schemas.microsoft.com/office/drawing/2014/main" id="{329BAA1B-1F5E-C197-D535-AE40FA95828A}"/>
                  </a:ext>
                </a:extLst>
              </p:cNvPr>
              <p:cNvSpPr txBox="1"/>
              <p:nvPr/>
            </p:nvSpPr>
            <p:spPr>
              <a:xfrm>
                <a:off x="6762947" y="5205745"/>
                <a:ext cx="108322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b="1">
                    <a:solidFill>
                      <a:srgbClr val="FFFFFF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BREACHED</a:t>
                </a:r>
                <a:endParaRPr sz="900" b="1">
                  <a:solidFill>
                    <a:schemeClr val="accent5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  <p:sp>
            <p:nvSpPr>
              <p:cNvPr id="36" name="Google Shape;1075;p10">
                <a:extLst>
                  <a:ext uri="{FF2B5EF4-FFF2-40B4-BE49-F238E27FC236}">
                    <a16:creationId xmlns:a16="http://schemas.microsoft.com/office/drawing/2014/main" id="{4A80E863-B7D9-0C99-546B-9C9B7C27EA62}"/>
                  </a:ext>
                </a:extLst>
              </p:cNvPr>
              <p:cNvSpPr txBox="1"/>
              <p:nvPr/>
            </p:nvSpPr>
            <p:spPr>
              <a:xfrm>
                <a:off x="6762947" y="5481824"/>
                <a:ext cx="99615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b="1">
                    <a:solidFill>
                      <a:srgbClr val="FFFFFF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SLAs</a:t>
                </a:r>
                <a:endParaRPr sz="900" b="1">
                  <a:solidFill>
                    <a:schemeClr val="accent5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</p:grpSp>
      </p:grpSp>
      <p:grpSp>
        <p:nvGrpSpPr>
          <p:cNvPr id="37" name="Google Shape;1076;p10">
            <a:extLst>
              <a:ext uri="{FF2B5EF4-FFF2-40B4-BE49-F238E27FC236}">
                <a16:creationId xmlns:a16="http://schemas.microsoft.com/office/drawing/2014/main" id="{7523C95B-48FF-0C07-029A-D1EC7029053F}"/>
              </a:ext>
            </a:extLst>
          </p:cNvPr>
          <p:cNvGrpSpPr/>
          <p:nvPr userDrawn="1"/>
        </p:nvGrpSpPr>
        <p:grpSpPr>
          <a:xfrm>
            <a:off x="9590132" y="4993127"/>
            <a:ext cx="2051006" cy="1080000"/>
            <a:chOff x="9736468" y="5003484"/>
            <a:chExt cx="2051006" cy="1080000"/>
          </a:xfrm>
        </p:grpSpPr>
        <p:sp>
          <p:nvSpPr>
            <p:cNvPr id="38" name="Google Shape;1077;p10">
              <a:extLst>
                <a:ext uri="{FF2B5EF4-FFF2-40B4-BE49-F238E27FC236}">
                  <a16:creationId xmlns:a16="http://schemas.microsoft.com/office/drawing/2014/main" id="{963F65A9-B1B7-E855-2636-1E9BF8F59181}"/>
                </a:ext>
              </a:extLst>
            </p:cNvPr>
            <p:cNvSpPr/>
            <p:nvPr/>
          </p:nvSpPr>
          <p:spPr>
            <a:xfrm>
              <a:off x="9736468" y="5003484"/>
              <a:ext cx="2051006" cy="1080000"/>
            </a:xfrm>
            <a:prstGeom prst="rect">
              <a:avLst/>
            </a:prstGeom>
            <a:solidFill>
              <a:srgbClr val="6BB7AF"/>
            </a:solidFill>
            <a:ln>
              <a:noFill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endParaRPr>
            </a:p>
          </p:txBody>
        </p:sp>
        <p:sp>
          <p:nvSpPr>
            <p:cNvPr id="39" name="Google Shape;1078;p10">
              <a:extLst>
                <a:ext uri="{FF2B5EF4-FFF2-40B4-BE49-F238E27FC236}">
                  <a16:creationId xmlns:a16="http://schemas.microsoft.com/office/drawing/2014/main" id="{2025ED31-61DA-0D4F-6412-78947DD606F3}"/>
                </a:ext>
              </a:extLst>
            </p:cNvPr>
            <p:cNvSpPr txBox="1"/>
            <p:nvPr/>
          </p:nvSpPr>
          <p:spPr>
            <a:xfrm>
              <a:off x="10598864" y="5035653"/>
              <a:ext cx="118861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6000" b="1">
                  <a:solidFill>
                    <a:schemeClr val="lt1"/>
                  </a:solidFill>
                  <a:latin typeface="Barlow"/>
                  <a:ea typeface="Barlow"/>
                  <a:cs typeface="Barlow"/>
                  <a:sym typeface="Barlow"/>
                </a:rPr>
                <a:t>0</a:t>
              </a:r>
              <a:endParaRPr sz="60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40" name="Google Shape;1079;p10">
              <a:extLst>
                <a:ext uri="{FF2B5EF4-FFF2-40B4-BE49-F238E27FC236}">
                  <a16:creationId xmlns:a16="http://schemas.microsoft.com/office/drawing/2014/main" id="{13FAF71E-E316-AA64-E5A2-81D392905EC8}"/>
                </a:ext>
              </a:extLst>
            </p:cNvPr>
            <p:cNvGrpSpPr/>
            <p:nvPr/>
          </p:nvGrpSpPr>
          <p:grpSpPr>
            <a:xfrm>
              <a:off x="9836891" y="5266945"/>
              <a:ext cx="1083222" cy="553078"/>
              <a:chOff x="9836891" y="5205745"/>
              <a:chExt cx="1083222" cy="553078"/>
            </a:xfrm>
          </p:grpSpPr>
          <p:sp>
            <p:nvSpPr>
              <p:cNvPr id="41" name="Google Shape;1080;p10">
                <a:extLst>
                  <a:ext uri="{FF2B5EF4-FFF2-40B4-BE49-F238E27FC236}">
                    <a16:creationId xmlns:a16="http://schemas.microsoft.com/office/drawing/2014/main" id="{43EF9143-197D-1177-32C7-6D91B3AFA852}"/>
                  </a:ext>
                </a:extLst>
              </p:cNvPr>
              <p:cNvSpPr txBox="1"/>
              <p:nvPr/>
            </p:nvSpPr>
            <p:spPr>
              <a:xfrm>
                <a:off x="9836891" y="5205745"/>
                <a:ext cx="108322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b="1">
                    <a:solidFill>
                      <a:srgbClr val="FFFFFF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PHONE CALL</a:t>
                </a:r>
                <a:endParaRPr sz="900" b="1">
                  <a:solidFill>
                    <a:schemeClr val="accent5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  <p:sp>
            <p:nvSpPr>
              <p:cNvPr id="42" name="Google Shape;1081;p10">
                <a:extLst>
                  <a:ext uri="{FF2B5EF4-FFF2-40B4-BE49-F238E27FC236}">
                    <a16:creationId xmlns:a16="http://schemas.microsoft.com/office/drawing/2014/main" id="{A4DA369C-CE3D-4C44-7A84-79D9F4CB9D45}"/>
                  </a:ext>
                </a:extLst>
              </p:cNvPr>
              <p:cNvSpPr txBox="1"/>
              <p:nvPr/>
            </p:nvSpPr>
            <p:spPr>
              <a:xfrm>
                <a:off x="9836891" y="5481824"/>
                <a:ext cx="108322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PT" sz="1200" b="1">
                    <a:solidFill>
                      <a:srgbClr val="FFFFFF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ACTIVATIONS</a:t>
                </a:r>
                <a:endParaRPr sz="900" b="1">
                  <a:solidFill>
                    <a:schemeClr val="accent5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</p:grpSp>
      </p:grpSp>
      <p:graphicFrame>
        <p:nvGraphicFramePr>
          <p:cNvPr id="43" name="Google Shape;1082;p10">
            <a:extLst>
              <a:ext uri="{FF2B5EF4-FFF2-40B4-BE49-F238E27FC236}">
                <a16:creationId xmlns:a16="http://schemas.microsoft.com/office/drawing/2014/main" id="{446858CB-BCFC-5D75-99D4-76984B8FA2B7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375740339"/>
              </p:ext>
            </p:extLst>
          </p:nvPr>
        </p:nvGraphicFramePr>
        <p:xfrm>
          <a:off x="6637138" y="2146834"/>
          <a:ext cx="5004000" cy="2448000"/>
        </p:xfrm>
        <a:graphic>
          <a:graphicData uri="http://schemas.openxmlformats.org/drawingml/2006/table">
            <a:tbl>
              <a:tblPr firstRow="1" bandRow="1">
                <a:noFill/>
                <a:tableStyleId>{E47520A5-0009-4828-858A-D4C7645EDC98}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Criticality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May #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May Time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Jun #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Jun Time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Barlow"/>
                        <a:buNone/>
                      </a:pPr>
                      <a:r>
                        <a:rPr lang="pt-PT" sz="1200" b="1" u="none" strike="noStrike" cap="none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Diff Time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1" u="none" strike="noStrike" cap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P1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9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00:05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0" u="none" strike="noStrike" cap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00:19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000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i="0" u="none" strike="noStrike" cap="none">
                          <a:solidFill>
                            <a:srgbClr val="FFC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+00:14m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1" u="none" strike="noStrike" cap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4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00:42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9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00:29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D050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i="0" u="none" strike="noStrike" cap="none">
                          <a:solidFill>
                            <a:srgbClr val="92D05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-00h02m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P3</a:t>
                      </a:r>
                      <a:endParaRPr sz="1100" b="1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24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i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00:25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7</a:t>
                      </a:r>
                      <a:endParaRPr sz="1100" b="0" u="none" strike="noStrike" cap="none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i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01:26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000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i="0" u="none" strike="noStrike" cap="none">
                          <a:solidFill>
                            <a:srgbClr val="FFC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+01:01m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100" b="1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P4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56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00:49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76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0" u="none" strike="noStrike" cap="none">
                          <a:latin typeface="Barlow"/>
                          <a:ea typeface="Barlow"/>
                          <a:cs typeface="Barlow"/>
                          <a:sym typeface="Barlow"/>
                        </a:rPr>
                        <a:t>02:12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1100"/>
                        <a:buFont typeface="Barlow"/>
                        <a:buNone/>
                      </a:pPr>
                      <a:r>
                        <a:rPr lang="pt-PT" sz="1100" b="1" i="0" u="none" strike="noStrike" cap="none">
                          <a:solidFill>
                            <a:srgbClr val="FFCC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+01h23m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" name="Chart Placeholder 44">
            <a:extLst>
              <a:ext uri="{FF2B5EF4-FFF2-40B4-BE49-F238E27FC236}">
                <a16:creationId xmlns:a16="http://schemas.microsoft.com/office/drawing/2014/main" id="{D2CBD813-AA65-3A90-42C7-138AB4D272D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15963" y="2497031"/>
            <a:ext cx="5534025" cy="35433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7E29F75-36AA-59BB-5AAA-A2669E0BFA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63" y="2133821"/>
            <a:ext cx="11090275" cy="484188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1pPr>
            <a:lvl2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2pPr>
            <a:lvl3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3pPr>
            <a:lvl4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4pPr>
            <a:lvl5pPr>
              <a:defRPr sz="1800">
                <a:solidFill>
                  <a:schemeClr val="accent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174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 preserve="1">
  <p:cSld name="Title Slide 2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1998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7"/>
          <p:cNvSpPr/>
          <p:nvPr/>
        </p:nvSpPr>
        <p:spPr>
          <a:xfrm>
            <a:off x="0" y="2209800"/>
            <a:ext cx="12192000" cy="4387850"/>
          </a:xfrm>
          <a:prstGeom prst="rect">
            <a:avLst/>
          </a:prstGeom>
          <a:gradFill>
            <a:gsLst>
              <a:gs pos="0">
                <a:srgbClr val="001F47">
                  <a:alpha val="0"/>
                </a:srgbClr>
              </a:gs>
              <a:gs pos="73000">
                <a:srgbClr val="001F47">
                  <a:alpha val="51764"/>
                </a:srgbClr>
              </a:gs>
              <a:gs pos="100000">
                <a:srgbClr val="001F47">
                  <a:alpha val="51764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" name="Google Shape;39;p17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05736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73530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05736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3"/>
          </p:nvPr>
        </p:nvSpPr>
        <p:spPr>
          <a:xfrm>
            <a:off x="550863" y="6007738"/>
            <a:ext cx="6735308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44" name="Google Shape;4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" name="Google Shape;45;p17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46" name="Google Shape;46;p17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" name="Google Shape;47;p17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" name="Google Shape;48;p17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" name="Google Shape;49;p17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" name="Google Shape;50;p17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" name="Google Shape;51;p17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" name="Google Shape;52;p17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53" name="Google Shape;53;p17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54" name="Google Shape;54;p17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5" name="Google Shape;55;p17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6" name="Google Shape;56;p17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7" name="Google Shape;57;p17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8" name="Google Shape;58;p17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9" name="Google Shape;59;p17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60" name="Google Shape;60;p17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61" name="Google Shape;61;p17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59952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4039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Content" preserve="1">
  <p:cSld name="Title, Subtitle &amp; Conte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>
            <a:off x="550864" y="1916112"/>
            <a:ext cx="11090274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7729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preserve="1">
  <p:cSld name="Title Slide 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2000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1"/>
          <p:cNvSpPr/>
          <p:nvPr/>
        </p:nvSpPr>
        <p:spPr>
          <a:xfrm>
            <a:off x="0" y="2527300"/>
            <a:ext cx="12192000" cy="4070350"/>
          </a:xfrm>
          <a:prstGeom prst="rect">
            <a:avLst/>
          </a:prstGeom>
          <a:gradFill>
            <a:gsLst>
              <a:gs pos="0">
                <a:srgbClr val="001F47">
                  <a:alpha val="0"/>
                </a:srgbClr>
              </a:gs>
              <a:gs pos="61000">
                <a:srgbClr val="001F47">
                  <a:alpha val="65882"/>
                </a:srgbClr>
              </a:gs>
              <a:gs pos="100000">
                <a:srgbClr val="001F47">
                  <a:alpha val="65882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9" name="Google Shape;89;p21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05736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057367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05736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body" idx="3"/>
          </p:nvPr>
        </p:nvSpPr>
        <p:spPr>
          <a:xfrm>
            <a:off x="550863" y="6007738"/>
            <a:ext cx="6057367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94" name="Google Shape;9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21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96" name="Google Shape;96;p21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7" name="Google Shape;97;p21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8" name="Google Shape;98;p21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9" name="Google Shape;99;p21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0" name="Google Shape;100;p21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1" name="Google Shape;101;p21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2" name="Google Shape;102;p21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03" name="Google Shape;103;p21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04" name="Google Shape;104;p21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5" name="Google Shape;105;p21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6" name="Google Shape;106;p21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7" name="Google Shape;107;p21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8" name="Google Shape;108;p21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9" name="Google Shape;109;p21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0" name="Google Shape;110;p21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11" name="Google Shape;111;p21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6240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3" preserve="1">
  <p:cSld name="Title Slide 3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2"/>
          <p:cNvPicPr preferRelativeResize="0"/>
          <p:nvPr/>
        </p:nvPicPr>
        <p:blipFill rotWithShape="1">
          <a:blip r:embed="rId2">
            <a:alphaModFix/>
          </a:blip>
          <a:srcRect t="2" b="2"/>
          <a:stretch/>
        </p:blipFill>
        <p:spPr>
          <a:xfrm>
            <a:off x="0" y="0"/>
            <a:ext cx="12198742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2"/>
          <p:cNvSpPr/>
          <p:nvPr/>
        </p:nvSpPr>
        <p:spPr>
          <a:xfrm>
            <a:off x="0" y="2400300"/>
            <a:ext cx="12192000" cy="4197350"/>
          </a:xfrm>
          <a:prstGeom prst="rect">
            <a:avLst/>
          </a:prstGeom>
          <a:gradFill>
            <a:gsLst>
              <a:gs pos="0">
                <a:srgbClr val="001F47">
                  <a:alpha val="0"/>
                </a:srgbClr>
              </a:gs>
              <a:gs pos="79000">
                <a:srgbClr val="001F47">
                  <a:alpha val="51764"/>
                </a:srgbClr>
              </a:gs>
              <a:gs pos="100000">
                <a:srgbClr val="001F47">
                  <a:alpha val="51764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6" name="Google Shape;116;p22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7353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73530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73530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body" idx="3"/>
          </p:nvPr>
        </p:nvSpPr>
        <p:spPr>
          <a:xfrm>
            <a:off x="550863" y="6007738"/>
            <a:ext cx="6735308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22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23" name="Google Shape;123;p22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4" name="Google Shape;124;p22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5" name="Google Shape;125;p22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6" name="Google Shape;126;p22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7" name="Google Shape;127;p22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8" name="Google Shape;128;p22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9" name="Google Shape;129;p22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30" name="Google Shape;130;p22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31" name="Google Shape;131;p22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2" name="Google Shape;132;p22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3" name="Google Shape;133;p22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4" name="Google Shape;134;p22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5" name="Google Shape;135;p22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6" name="Google Shape;136;p22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7" name="Google Shape;137;p22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38" name="Google Shape;138;p22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2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4878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4" preserve="1">
  <p:cSld name="Title Slide 4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2192000" cy="659765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3"/>
          <p:cNvSpPr/>
          <p:nvPr/>
        </p:nvSpPr>
        <p:spPr>
          <a:xfrm>
            <a:off x="0" y="2235200"/>
            <a:ext cx="12192000" cy="4362450"/>
          </a:xfrm>
          <a:prstGeom prst="rect">
            <a:avLst/>
          </a:prstGeom>
          <a:gradFill>
            <a:gsLst>
              <a:gs pos="0">
                <a:srgbClr val="22332D">
                  <a:alpha val="0"/>
                </a:srgbClr>
              </a:gs>
              <a:gs pos="62000">
                <a:srgbClr val="192521">
                  <a:alpha val="65490"/>
                </a:srgbClr>
              </a:gs>
              <a:gs pos="100000">
                <a:srgbClr val="192521">
                  <a:alpha val="6549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3" name="Google Shape;143;p23"/>
          <p:cNvSpPr/>
          <p:nvPr/>
        </p:nvSpPr>
        <p:spPr>
          <a:xfrm>
            <a:off x="0" y="2235200"/>
            <a:ext cx="12192000" cy="4362450"/>
          </a:xfrm>
          <a:prstGeom prst="rect">
            <a:avLst/>
          </a:prstGeom>
          <a:gradFill>
            <a:gsLst>
              <a:gs pos="0">
                <a:srgbClr val="22332D">
                  <a:alpha val="0"/>
                </a:srgbClr>
              </a:gs>
              <a:gs pos="100000">
                <a:srgbClr val="192521">
                  <a:alpha val="6549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4" name="Google Shape;144;p23"/>
          <p:cNvSpPr txBox="1">
            <a:spLocks noGrp="1"/>
          </p:cNvSpPr>
          <p:nvPr>
            <p:ph type="ctrTitle"/>
          </p:nvPr>
        </p:nvSpPr>
        <p:spPr>
          <a:xfrm>
            <a:off x="550863" y="3529986"/>
            <a:ext cx="67353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"/>
              <a:buNone/>
              <a:defRPr sz="4000" b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subTitle" idx="1"/>
          </p:nvPr>
        </p:nvSpPr>
        <p:spPr>
          <a:xfrm>
            <a:off x="550863" y="5684686"/>
            <a:ext cx="673530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body" idx="2"/>
          </p:nvPr>
        </p:nvSpPr>
        <p:spPr>
          <a:xfrm>
            <a:off x="550863" y="4059189"/>
            <a:ext cx="673530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body" idx="3"/>
          </p:nvPr>
        </p:nvSpPr>
        <p:spPr>
          <a:xfrm>
            <a:off x="550863" y="6007738"/>
            <a:ext cx="6735308" cy="23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149" name="Google Shape;14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23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51" name="Google Shape;151;p23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2" name="Google Shape;152;p23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3" name="Google Shape;153;p23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4" name="Google Shape;154;p23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5" name="Google Shape;155;p23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6" name="Google Shape;156;p23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7" name="Google Shape;157;p23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58" name="Google Shape;158;p23"/>
          <p:cNvGrpSpPr/>
          <p:nvPr/>
        </p:nvGrpSpPr>
        <p:grpSpPr>
          <a:xfrm>
            <a:off x="8648791" y="5749159"/>
            <a:ext cx="2992347" cy="420660"/>
            <a:chOff x="10052051" y="6354763"/>
            <a:chExt cx="1592262" cy="223838"/>
          </a:xfrm>
        </p:grpSpPr>
        <p:sp>
          <p:nvSpPr>
            <p:cNvPr id="159" name="Google Shape;159;p23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0" name="Google Shape;160;p23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1" name="Google Shape;161;p23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2" name="Google Shape;162;p23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3" name="Google Shape;163;p23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4" name="Google Shape;164;p23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5" name="Google Shape;165;p23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66" name="Google Shape;166;p23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3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024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 type="secHead" preserve="1">
  <p:cSld name="Section header 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/>
          <p:nvPr/>
        </p:nvSpPr>
        <p:spPr>
          <a:xfrm>
            <a:off x="0" y="0"/>
            <a:ext cx="12192000" cy="659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0" name="Google Shape;170;p24"/>
          <p:cNvSpPr txBox="1">
            <a:spLocks noGrp="1"/>
          </p:cNvSpPr>
          <p:nvPr>
            <p:ph type="title"/>
          </p:nvPr>
        </p:nvSpPr>
        <p:spPr>
          <a:xfrm>
            <a:off x="831850" y="2863580"/>
            <a:ext cx="6079938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Barlow SemiBold"/>
              <a:buNone/>
              <a:defRPr sz="48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4"/>
          <p:cNvSpPr txBox="1">
            <a:spLocks noGrp="1"/>
          </p:cNvSpPr>
          <p:nvPr>
            <p:ph type="body" idx="1"/>
          </p:nvPr>
        </p:nvSpPr>
        <p:spPr>
          <a:xfrm>
            <a:off x="831850" y="4072430"/>
            <a:ext cx="6079938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8D8D8D"/>
              </a:buClr>
              <a:buSzPts val="2000"/>
              <a:buNone/>
              <a:defRPr sz="2000">
                <a:solidFill>
                  <a:srgbClr val="8D8D8D"/>
                </a:solidFill>
              </a:defRPr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8D8D8D"/>
              </a:buClr>
              <a:buSzPts val="1800"/>
              <a:buNone/>
              <a:defRPr sz="1800">
                <a:solidFill>
                  <a:srgbClr val="8D8D8D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24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grpSp>
        <p:nvGrpSpPr>
          <p:cNvPr id="173" name="Google Shape;173;p24"/>
          <p:cNvGrpSpPr/>
          <p:nvPr/>
        </p:nvGrpSpPr>
        <p:grpSpPr>
          <a:xfrm>
            <a:off x="857406" y="703900"/>
            <a:ext cx="2246763" cy="315847"/>
            <a:chOff x="10052051" y="6354763"/>
            <a:chExt cx="1592262" cy="223838"/>
          </a:xfrm>
        </p:grpSpPr>
        <p:sp>
          <p:nvSpPr>
            <p:cNvPr id="174" name="Google Shape;174;p24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5" name="Google Shape;175;p24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6" name="Google Shape;176;p24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7" name="Google Shape;177;p24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8" name="Google Shape;178;p24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9" name="Google Shape;179;p24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0" name="Google Shape;180;p24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81" name="Google Shape;181;p24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1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 preserve="1">
  <p:cSld name="Section header 2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/>
          <p:nvPr/>
        </p:nvSpPr>
        <p:spPr>
          <a:xfrm>
            <a:off x="0" y="0"/>
            <a:ext cx="12192000" cy="65976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85" name="Google Shape;185;p25"/>
          <p:cNvSpPr txBox="1">
            <a:spLocks noGrp="1"/>
          </p:cNvSpPr>
          <p:nvPr>
            <p:ph type="title"/>
          </p:nvPr>
        </p:nvSpPr>
        <p:spPr>
          <a:xfrm>
            <a:off x="831850" y="2863580"/>
            <a:ext cx="6079938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arlow"/>
              <a:buNone/>
              <a:defRPr sz="4800"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5"/>
          <p:cNvSpPr txBox="1">
            <a:spLocks noGrp="1"/>
          </p:cNvSpPr>
          <p:nvPr>
            <p:ph type="body" idx="1"/>
          </p:nvPr>
        </p:nvSpPr>
        <p:spPr>
          <a:xfrm>
            <a:off x="831850" y="4072430"/>
            <a:ext cx="6079938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8D8D8D"/>
              </a:buClr>
              <a:buSzPts val="2000"/>
              <a:buNone/>
              <a:defRPr sz="2000">
                <a:solidFill>
                  <a:srgbClr val="8D8D8D"/>
                </a:solidFill>
              </a:defRPr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rgbClr val="8D8D8D"/>
              </a:buClr>
              <a:buSzPts val="1800"/>
              <a:buNone/>
              <a:defRPr sz="1800">
                <a:solidFill>
                  <a:srgbClr val="8D8D8D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D8D"/>
              </a:buClr>
              <a:buSzPts val="1600"/>
              <a:buNone/>
              <a:defRPr sz="1600">
                <a:solidFill>
                  <a:srgbClr val="8D8D8D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25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grpSp>
        <p:nvGrpSpPr>
          <p:cNvPr id="188" name="Google Shape;188;p25"/>
          <p:cNvGrpSpPr/>
          <p:nvPr/>
        </p:nvGrpSpPr>
        <p:grpSpPr>
          <a:xfrm>
            <a:off x="857406" y="703900"/>
            <a:ext cx="2246763" cy="315847"/>
            <a:chOff x="10052051" y="6354763"/>
            <a:chExt cx="1592262" cy="223838"/>
          </a:xfrm>
        </p:grpSpPr>
        <p:sp>
          <p:nvSpPr>
            <p:cNvPr id="189" name="Google Shape;189;p25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0" name="Google Shape;190;p25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1" name="Google Shape;191;p25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2" name="Google Shape;192;p25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3" name="Google Shape;193;p25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4" name="Google Shape;194;p25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5" name="Google Shape;195;p25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96" name="Google Shape;196;p25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888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6"/>
          <p:cNvSpPr txBox="1">
            <a:spLocks noGrp="1"/>
          </p:cNvSpPr>
          <p:nvPr>
            <p:ph type="body" idx="1"/>
          </p:nvPr>
        </p:nvSpPr>
        <p:spPr>
          <a:xfrm>
            <a:off x="550863" y="1916112"/>
            <a:ext cx="5184775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26"/>
          <p:cNvSpPr txBox="1">
            <a:spLocks noGrp="1"/>
          </p:cNvSpPr>
          <p:nvPr>
            <p:ph type="body" idx="2"/>
          </p:nvPr>
        </p:nvSpPr>
        <p:spPr>
          <a:xfrm>
            <a:off x="6456362" y="1916112"/>
            <a:ext cx="5184775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2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03" name="Google Shape;203;p2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798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&amp; Subtitle" preserve="1">
  <p:cSld name="Two Content &amp; Subtitle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>
            <a:spLocks noGrp="1"/>
          </p:cNvSpPr>
          <p:nvPr>
            <p:ph type="body" idx="1"/>
          </p:nvPr>
        </p:nvSpPr>
        <p:spPr>
          <a:xfrm>
            <a:off x="550863" y="1916114"/>
            <a:ext cx="5184775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2"/>
          </p:nvPr>
        </p:nvSpPr>
        <p:spPr>
          <a:xfrm>
            <a:off x="6456362" y="1916114"/>
            <a:ext cx="5184775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7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7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6026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&amp; Subtitle 3" preserve="1">
  <p:cSld name="Two Content &amp; Subtitle 3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/>
          <p:nvPr/>
        </p:nvSpPr>
        <p:spPr>
          <a:xfrm>
            <a:off x="6194378" y="512763"/>
            <a:ext cx="5997622" cy="6084889"/>
          </a:xfrm>
          <a:custGeom>
            <a:avLst/>
            <a:gdLst/>
            <a:ahLst/>
            <a:cxnLst/>
            <a:rect l="l" t="t" r="r" b="b"/>
            <a:pathLst>
              <a:path w="5997622" h="6084889" extrusionOk="0">
                <a:moveTo>
                  <a:pt x="334218" y="0"/>
                </a:moveTo>
                <a:lnTo>
                  <a:pt x="5997622" y="0"/>
                </a:lnTo>
                <a:lnTo>
                  <a:pt x="5997622" y="6084889"/>
                </a:lnTo>
                <a:lnTo>
                  <a:pt x="456547" y="6084889"/>
                </a:lnTo>
                <a:lnTo>
                  <a:pt x="377589" y="5806835"/>
                </a:lnTo>
                <a:cubicBezTo>
                  <a:pt x="131096" y="4848795"/>
                  <a:pt x="0" y="3844435"/>
                  <a:pt x="0" y="2809457"/>
                </a:cubicBezTo>
                <a:cubicBezTo>
                  <a:pt x="0" y="1981474"/>
                  <a:pt x="83902" y="1173088"/>
                  <a:pt x="243667" y="39233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15" name="Google Shape;215;p28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5184774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28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17" name="Google Shape;217;p28"/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51847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3"/>
          </p:nvPr>
        </p:nvSpPr>
        <p:spPr>
          <a:xfrm>
            <a:off x="7004482" y="1654551"/>
            <a:ext cx="4636656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7928A"/>
              </a:buClr>
              <a:buSzPts val="1800"/>
              <a:buNone/>
              <a:defRPr sz="1800" b="0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28"/>
          <p:cNvSpPr txBox="1">
            <a:spLocks noGrp="1"/>
          </p:cNvSpPr>
          <p:nvPr>
            <p:ph type="body" idx="4"/>
          </p:nvPr>
        </p:nvSpPr>
        <p:spPr>
          <a:xfrm>
            <a:off x="7004482" y="2060574"/>
            <a:ext cx="4636656" cy="1574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47928A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−"/>
              <a:defRPr sz="1600"/>
            </a:lvl2pPr>
            <a:lvl3pPr marL="1371600" lvl="2" indent="-3175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28"/>
          <p:cNvSpPr txBox="1">
            <a:spLocks noGrp="1"/>
          </p:cNvSpPr>
          <p:nvPr>
            <p:ph type="title"/>
          </p:nvPr>
        </p:nvSpPr>
        <p:spPr>
          <a:xfrm>
            <a:off x="550865" y="989299"/>
            <a:ext cx="51847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8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942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550864" y="1698469"/>
            <a:ext cx="5184774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6" name="Google Shape;226;p29"/>
          <p:cNvSpPr txBox="1">
            <a:spLocks noGrp="1"/>
          </p:cNvSpPr>
          <p:nvPr>
            <p:ph type="body" idx="2"/>
          </p:nvPr>
        </p:nvSpPr>
        <p:spPr>
          <a:xfrm>
            <a:off x="550864" y="2342345"/>
            <a:ext cx="5184774" cy="37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29"/>
          <p:cNvSpPr txBox="1">
            <a:spLocks noGrp="1"/>
          </p:cNvSpPr>
          <p:nvPr>
            <p:ph type="body" idx="3"/>
          </p:nvPr>
        </p:nvSpPr>
        <p:spPr>
          <a:xfrm>
            <a:off x="6456362" y="1698469"/>
            <a:ext cx="5184775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8" name="Google Shape;228;p29"/>
          <p:cNvSpPr txBox="1">
            <a:spLocks noGrp="1"/>
          </p:cNvSpPr>
          <p:nvPr>
            <p:ph type="body" idx="4"/>
          </p:nvPr>
        </p:nvSpPr>
        <p:spPr>
          <a:xfrm>
            <a:off x="6456362" y="2342345"/>
            <a:ext cx="5184775" cy="37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29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1534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30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30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452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 Only" preserve="1">
  <p:cSld name="Title &amp; Subtitle Only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9" name="Google Shape;239;p31"/>
          <p:cNvSpPr txBox="1">
            <a:spLocks noGrp="1"/>
          </p:cNvSpPr>
          <p:nvPr>
            <p:ph type="body" idx="1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31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31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31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4799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45" name="Google Shape;245;p32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32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2305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Portrait" preserve="1">
  <p:cSld name="Photo Portrait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6769099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p33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50" name="Google Shape;250;p33"/>
          <p:cNvSpPr>
            <a:spLocks noGrp="1"/>
          </p:cNvSpPr>
          <p:nvPr>
            <p:ph type="pic" idx="2"/>
          </p:nvPr>
        </p:nvSpPr>
        <p:spPr>
          <a:xfrm>
            <a:off x="7896226" y="1052513"/>
            <a:ext cx="3744912" cy="5005387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33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6769100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2" name="Google Shape;252;p33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6769099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33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33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700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74">
          <p15:clr>
            <a:srgbClr val="FBAE40"/>
          </p15:clr>
        </p15:guide>
        <p15:guide id="2" pos="461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Landscape" preserve="1">
  <p:cSld name="Photo Landscape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>
            <a:spLocks noGrp="1"/>
          </p:cNvSpPr>
          <p:nvPr>
            <p:ph type="body" idx="1"/>
          </p:nvPr>
        </p:nvSpPr>
        <p:spPr>
          <a:xfrm>
            <a:off x="550864" y="1916115"/>
            <a:ext cx="5005386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7" name="Google Shape;257;p34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58" name="Google Shape;258;p34"/>
          <p:cNvSpPr>
            <a:spLocks noGrp="1"/>
          </p:cNvSpPr>
          <p:nvPr>
            <p:ph type="pic" idx="2"/>
          </p:nvPr>
        </p:nvSpPr>
        <p:spPr>
          <a:xfrm>
            <a:off x="6095999" y="1916113"/>
            <a:ext cx="5545139" cy="4141787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34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0" name="Google Shape;260;p34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34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34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339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50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Photos" preserve="1">
  <p:cSld name="Three Photos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>
            <a:spLocks noGrp="1"/>
          </p:cNvSpPr>
          <p:nvPr>
            <p:ph type="pic" idx="2"/>
          </p:nvPr>
        </p:nvSpPr>
        <p:spPr>
          <a:xfrm>
            <a:off x="550862" y="2371447"/>
            <a:ext cx="3453247" cy="2201421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35"/>
          <p:cNvSpPr>
            <a:spLocks noGrp="1"/>
          </p:cNvSpPr>
          <p:nvPr>
            <p:ph type="pic" idx="3"/>
          </p:nvPr>
        </p:nvSpPr>
        <p:spPr>
          <a:xfrm>
            <a:off x="8187891" y="2371447"/>
            <a:ext cx="3453247" cy="2201421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5"/>
          <p:cNvSpPr>
            <a:spLocks noGrp="1"/>
          </p:cNvSpPr>
          <p:nvPr>
            <p:ph type="pic" idx="4"/>
          </p:nvPr>
        </p:nvSpPr>
        <p:spPr>
          <a:xfrm>
            <a:off x="4369377" y="2371447"/>
            <a:ext cx="3453247" cy="2201421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5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68" name="Google Shape;268;p35"/>
          <p:cNvSpPr/>
          <p:nvPr/>
        </p:nvSpPr>
        <p:spPr>
          <a:xfrm>
            <a:off x="550862" y="4572869"/>
            <a:ext cx="3453247" cy="2213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9" name="Google Shape;269;p35"/>
          <p:cNvSpPr/>
          <p:nvPr/>
        </p:nvSpPr>
        <p:spPr>
          <a:xfrm>
            <a:off x="8187891" y="4572869"/>
            <a:ext cx="3453247" cy="22138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70" name="Google Shape;270;p35"/>
          <p:cNvSpPr/>
          <p:nvPr/>
        </p:nvSpPr>
        <p:spPr>
          <a:xfrm>
            <a:off x="4369377" y="4572869"/>
            <a:ext cx="3453247" cy="2213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71" name="Google Shape;271;p35"/>
          <p:cNvSpPr txBox="1">
            <a:spLocks noGrp="1"/>
          </p:cNvSpPr>
          <p:nvPr>
            <p:ph type="body" idx="1"/>
          </p:nvPr>
        </p:nvSpPr>
        <p:spPr>
          <a:xfrm>
            <a:off x="550862" y="4957545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35"/>
          <p:cNvSpPr txBox="1">
            <a:spLocks noGrp="1"/>
          </p:cNvSpPr>
          <p:nvPr>
            <p:ph type="body" idx="5"/>
          </p:nvPr>
        </p:nvSpPr>
        <p:spPr>
          <a:xfrm>
            <a:off x="4369377" y="4957545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accent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3" name="Google Shape;273;p35"/>
          <p:cNvSpPr txBox="1">
            <a:spLocks noGrp="1"/>
          </p:cNvSpPr>
          <p:nvPr>
            <p:ph type="body" idx="6"/>
          </p:nvPr>
        </p:nvSpPr>
        <p:spPr>
          <a:xfrm>
            <a:off x="8187891" y="4957545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accent4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4" name="Google Shape;274;p35" descr="H"/>
          <p:cNvSpPr txBox="1">
            <a:spLocks noGrp="1"/>
          </p:cNvSpPr>
          <p:nvPr>
            <p:ph type="body" idx="7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5" name="Google Shape;275;p35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35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35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0459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50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Photos, alt 2" preserve="1">
  <p:cSld name="Three Photos, alt 2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"/>
          <p:cNvSpPr>
            <a:spLocks noGrp="1"/>
          </p:cNvSpPr>
          <p:nvPr>
            <p:ph type="pic" idx="2"/>
          </p:nvPr>
        </p:nvSpPr>
        <p:spPr>
          <a:xfrm>
            <a:off x="794790" y="2214928"/>
            <a:ext cx="2995150" cy="299515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36"/>
          <p:cNvSpPr>
            <a:spLocks noGrp="1"/>
          </p:cNvSpPr>
          <p:nvPr>
            <p:ph type="pic" idx="3"/>
          </p:nvPr>
        </p:nvSpPr>
        <p:spPr>
          <a:xfrm>
            <a:off x="8475751" y="2214928"/>
            <a:ext cx="2995150" cy="299515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36"/>
          <p:cNvSpPr>
            <a:spLocks noGrp="1"/>
          </p:cNvSpPr>
          <p:nvPr>
            <p:ph type="pic" idx="4"/>
          </p:nvPr>
        </p:nvSpPr>
        <p:spPr>
          <a:xfrm>
            <a:off x="4625645" y="2214928"/>
            <a:ext cx="2995150" cy="299515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p3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83" name="Google Shape;283;p36"/>
          <p:cNvSpPr txBox="1">
            <a:spLocks noGrp="1"/>
          </p:cNvSpPr>
          <p:nvPr>
            <p:ph type="body" idx="1"/>
          </p:nvPr>
        </p:nvSpPr>
        <p:spPr>
          <a:xfrm>
            <a:off x="550862" y="5409350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4" name="Google Shape;284;p36"/>
          <p:cNvSpPr txBox="1">
            <a:spLocks noGrp="1"/>
          </p:cNvSpPr>
          <p:nvPr>
            <p:ph type="body" idx="5"/>
          </p:nvPr>
        </p:nvSpPr>
        <p:spPr>
          <a:xfrm>
            <a:off x="4369377" y="5409350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5" name="Google Shape;285;p36"/>
          <p:cNvSpPr txBox="1">
            <a:spLocks noGrp="1"/>
          </p:cNvSpPr>
          <p:nvPr>
            <p:ph type="body" idx="6"/>
          </p:nvPr>
        </p:nvSpPr>
        <p:spPr>
          <a:xfrm>
            <a:off x="8187891" y="5409350"/>
            <a:ext cx="345324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t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dk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36"/>
          <p:cNvSpPr txBox="1">
            <a:spLocks noGrp="1"/>
          </p:cNvSpPr>
          <p:nvPr>
            <p:ph type="body" idx="7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36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3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3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969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50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Full" preserve="1">
  <p:cSld name="Photo Full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7"/>
          <p:cNvSpPr/>
          <p:nvPr/>
        </p:nvSpPr>
        <p:spPr>
          <a:xfrm>
            <a:off x="0" y="512764"/>
            <a:ext cx="12192000" cy="60848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92" name="Google Shape;292;p37"/>
          <p:cNvSpPr>
            <a:spLocks noGrp="1"/>
          </p:cNvSpPr>
          <p:nvPr>
            <p:ph type="pic" idx="2"/>
          </p:nvPr>
        </p:nvSpPr>
        <p:spPr>
          <a:xfrm>
            <a:off x="0" y="512764"/>
            <a:ext cx="12192000" cy="6084886"/>
          </a:xfrm>
          <a:prstGeom prst="rect">
            <a:avLst/>
          </a:prstGeom>
          <a:noFill/>
          <a:ln>
            <a:noFill/>
          </a:ln>
        </p:spPr>
      </p:sp>
      <p:sp>
        <p:nvSpPr>
          <p:cNvPr id="293" name="Google Shape;293;p37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550864" y="1266865"/>
            <a:ext cx="1109027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arlow SemiBold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37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37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868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rrow Photo" preserve="1">
  <p:cSld name="Narrow Photo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8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8869361" cy="4141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9" name="Google Shape;299;p38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00" name="Google Shape;300;p38"/>
          <p:cNvSpPr>
            <a:spLocks noGrp="1"/>
          </p:cNvSpPr>
          <p:nvPr>
            <p:ph type="pic" idx="2"/>
          </p:nvPr>
        </p:nvSpPr>
        <p:spPr>
          <a:xfrm>
            <a:off x="9766253" y="512763"/>
            <a:ext cx="2425747" cy="6084887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38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8869361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2" name="Google Shape;302;p38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886936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38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38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3176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74">
          <p15:clr>
            <a:srgbClr val="FBAE40"/>
          </p15:clr>
        </p15:guide>
        <p15:guide id="2" pos="461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dium photo" preserve="1">
  <p:cSld name="Medium photo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>
            <a:spLocks noGrp="1"/>
          </p:cNvSpPr>
          <p:nvPr>
            <p:ph type="pic" idx="2"/>
          </p:nvPr>
        </p:nvSpPr>
        <p:spPr>
          <a:xfrm>
            <a:off x="7993532" y="512763"/>
            <a:ext cx="4198468" cy="6084887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39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6764336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8" name="Google Shape;308;p39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09" name="Google Shape;309;p39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6764336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0" name="Google Shape;310;p39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6764336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39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39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012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photo" preserve="1">
  <p:cSld name="Big photo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0"/>
          <p:cNvSpPr>
            <a:spLocks noGrp="1"/>
          </p:cNvSpPr>
          <p:nvPr>
            <p:ph type="pic" idx="2"/>
          </p:nvPr>
        </p:nvSpPr>
        <p:spPr>
          <a:xfrm>
            <a:off x="6194378" y="512763"/>
            <a:ext cx="5997622" cy="6084887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40"/>
          <p:cNvSpPr txBox="1">
            <a:spLocks noGrp="1"/>
          </p:cNvSpPr>
          <p:nvPr>
            <p:ph type="body" idx="1"/>
          </p:nvPr>
        </p:nvSpPr>
        <p:spPr>
          <a:xfrm>
            <a:off x="550864" y="1916113"/>
            <a:ext cx="5184774" cy="4141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6" name="Google Shape;316;p40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17" name="Google Shape;317;p40"/>
          <p:cNvSpPr txBox="1">
            <a:spLocks noGrp="1"/>
          </p:cNvSpPr>
          <p:nvPr>
            <p:ph type="body" idx="3"/>
          </p:nvPr>
        </p:nvSpPr>
        <p:spPr>
          <a:xfrm>
            <a:off x="550863" y="1437064"/>
            <a:ext cx="5184774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rgbClr val="001F47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8" name="Google Shape;318;p40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51847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40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40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038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" preserve="1">
  <p:cSld name="End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1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323" name="Google Shape;323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2192031" cy="6597651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1"/>
          <p:cNvSpPr/>
          <p:nvPr/>
        </p:nvSpPr>
        <p:spPr>
          <a:xfrm>
            <a:off x="0" y="2631446"/>
            <a:ext cx="12192000" cy="3966204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66000">
                <a:srgbClr val="001F47">
                  <a:alpha val="51764"/>
                </a:srgbClr>
              </a:gs>
              <a:gs pos="100000">
                <a:srgbClr val="001F47">
                  <a:alpha val="51764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325" name="Google Shape;325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0396" y="186115"/>
            <a:ext cx="4451604" cy="2846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6" name="Google Shape;326;p41"/>
          <p:cNvGrpSpPr/>
          <p:nvPr/>
        </p:nvGrpSpPr>
        <p:grpSpPr>
          <a:xfrm>
            <a:off x="1231991" y="2802759"/>
            <a:ext cx="2992347" cy="420660"/>
            <a:chOff x="10052051" y="6354763"/>
            <a:chExt cx="1592262" cy="223838"/>
          </a:xfrm>
        </p:grpSpPr>
        <p:sp>
          <p:nvSpPr>
            <p:cNvPr id="327" name="Google Shape;327;p41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8" name="Google Shape;328;p41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9" name="Google Shape;329;p41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0" name="Google Shape;330;p41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1" name="Google Shape;331;p41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2" name="Google Shape;332;p41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3" name="Google Shape;333;p41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334" name="Google Shape;334;p41"/>
          <p:cNvGrpSpPr/>
          <p:nvPr/>
        </p:nvGrpSpPr>
        <p:grpSpPr>
          <a:xfrm>
            <a:off x="1231991" y="2802759"/>
            <a:ext cx="2992347" cy="420660"/>
            <a:chOff x="10052051" y="6354763"/>
            <a:chExt cx="1592262" cy="223838"/>
          </a:xfrm>
        </p:grpSpPr>
        <p:sp>
          <p:nvSpPr>
            <p:cNvPr id="335" name="Google Shape;335;p41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6" name="Google Shape;336;p41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7" name="Google Shape;337;p41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8" name="Google Shape;338;p41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9" name="Google Shape;339;p41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0" name="Google Shape;340;p41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1" name="Google Shape;341;p41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342" name="Google Shape;342;p41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41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35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ubrik och innehåll" preserve="1">
  <p:cSld name="Rubrik och innehåll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2"/>
          <p:cNvSpPr txBox="1">
            <a:spLocks noGrp="1"/>
          </p:cNvSpPr>
          <p:nvPr>
            <p:ph type="body" idx="1"/>
          </p:nvPr>
        </p:nvSpPr>
        <p:spPr>
          <a:xfrm>
            <a:off x="550864" y="1916112"/>
            <a:ext cx="11090274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6" name="Google Shape;346;p42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47" name="Google Shape;347;p42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42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42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966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vå delar" preserve="1">
  <p:cSld name="Två delar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3"/>
          <p:cNvSpPr txBox="1">
            <a:spLocks noGrp="1"/>
          </p:cNvSpPr>
          <p:nvPr>
            <p:ph type="body" idx="1"/>
          </p:nvPr>
        </p:nvSpPr>
        <p:spPr>
          <a:xfrm>
            <a:off x="550863" y="1916112"/>
            <a:ext cx="5184775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2" name="Google Shape;352;p43"/>
          <p:cNvSpPr txBox="1">
            <a:spLocks noGrp="1"/>
          </p:cNvSpPr>
          <p:nvPr>
            <p:ph type="body" idx="2"/>
          </p:nvPr>
        </p:nvSpPr>
        <p:spPr>
          <a:xfrm>
            <a:off x="6456362" y="1916112"/>
            <a:ext cx="5184775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43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54" name="Google Shape;354;p43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43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43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2813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ämförelse" preserve="1">
  <p:cSld name="Jämförelse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4"/>
          <p:cNvSpPr txBox="1">
            <a:spLocks noGrp="1"/>
          </p:cNvSpPr>
          <p:nvPr>
            <p:ph type="body" idx="1"/>
          </p:nvPr>
        </p:nvSpPr>
        <p:spPr>
          <a:xfrm>
            <a:off x="550864" y="1698469"/>
            <a:ext cx="5184774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9" name="Google Shape;359;p44"/>
          <p:cNvSpPr txBox="1">
            <a:spLocks noGrp="1"/>
          </p:cNvSpPr>
          <p:nvPr>
            <p:ph type="body" idx="2"/>
          </p:nvPr>
        </p:nvSpPr>
        <p:spPr>
          <a:xfrm>
            <a:off x="550864" y="2342345"/>
            <a:ext cx="5184774" cy="37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0" name="Google Shape;360;p44"/>
          <p:cNvSpPr txBox="1">
            <a:spLocks noGrp="1"/>
          </p:cNvSpPr>
          <p:nvPr>
            <p:ph type="body" idx="3"/>
          </p:nvPr>
        </p:nvSpPr>
        <p:spPr>
          <a:xfrm>
            <a:off x="6456362" y="1698469"/>
            <a:ext cx="5184775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61" name="Google Shape;361;p44"/>
          <p:cNvSpPr txBox="1">
            <a:spLocks noGrp="1"/>
          </p:cNvSpPr>
          <p:nvPr>
            <p:ph type="body" idx="4"/>
          </p:nvPr>
        </p:nvSpPr>
        <p:spPr>
          <a:xfrm>
            <a:off x="6456362" y="2342345"/>
            <a:ext cx="5184775" cy="371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2pPr>
            <a:lvl3pPr marL="1371600" lvl="2" indent="-34290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2" name="Google Shape;362;p44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63" name="Google Shape;363;p44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44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44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2707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ast rubrik" preserve="1">
  <p:cSld name="Endast rubrik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5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68" name="Google Shape;368;p45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45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45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589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m" preserve="1">
  <p:cSld name="Tom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73" name="Google Shape;373;p4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79829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4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4767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7.xml"/><Relationship Id="rId2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/>
          <p:nvPr/>
        </p:nvSpPr>
        <p:spPr>
          <a:xfrm>
            <a:off x="0" y="6597650"/>
            <a:ext cx="12192000" cy="260350"/>
          </a:xfrm>
          <a:prstGeom prst="rect">
            <a:avLst/>
          </a:prstGeom>
          <a:solidFill>
            <a:schemeClr val="lt1">
              <a:alpha val="7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1" name="Google Shape;21;p1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665247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4" name="Google Shape;24;p16"/>
          <p:cNvSpPr/>
          <p:nvPr/>
        </p:nvSpPr>
        <p:spPr>
          <a:xfrm>
            <a:off x="0" y="0"/>
            <a:ext cx="12192000" cy="514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      </a:t>
            </a:r>
            <a:endParaRPr/>
          </a:p>
        </p:txBody>
      </p:sp>
      <p:sp>
        <p:nvSpPr>
          <p:cNvPr id="25" name="Google Shape;25;p16"/>
          <p:cNvSpPr txBox="1"/>
          <p:nvPr/>
        </p:nvSpPr>
        <p:spPr>
          <a:xfrm>
            <a:off x="4367781" y="6663037"/>
            <a:ext cx="314990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© 2024 Copyright Veoneer US Safety Systems, LLC. All Rights Reserved</a:t>
            </a:r>
            <a:endParaRPr/>
          </a:p>
        </p:txBody>
      </p:sp>
      <p:sp>
        <p:nvSpPr>
          <p:cNvPr id="26" name="Google Shape;26;p16"/>
          <p:cNvSpPr/>
          <p:nvPr/>
        </p:nvSpPr>
        <p:spPr>
          <a:xfrm>
            <a:off x="0" y="6597650"/>
            <a:ext cx="12192000" cy="36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27" name="Google Shape;27;p16"/>
          <p:cNvGrpSpPr/>
          <p:nvPr/>
        </p:nvGrpSpPr>
        <p:grpSpPr>
          <a:xfrm>
            <a:off x="10979524" y="194963"/>
            <a:ext cx="996570" cy="140097"/>
            <a:chOff x="10052051" y="6354763"/>
            <a:chExt cx="1592262" cy="223838"/>
          </a:xfrm>
        </p:grpSpPr>
        <p:sp>
          <p:nvSpPr>
            <p:cNvPr id="28" name="Google Shape;28;p16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" name="Google Shape;29;p16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" name="Google Shape;30;p16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" name="Google Shape;31;p16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" name="Google Shape;32;p16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" name="Google Shape;33;p16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" name="Google Shape;34;p16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35" name="Google Shape;35;p16"/>
          <p:cNvSpPr txBox="1"/>
          <p:nvPr/>
        </p:nvSpPr>
        <p:spPr>
          <a:xfrm>
            <a:off x="11411580" y="6663037"/>
            <a:ext cx="484188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" b="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INTERNAL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6" r:id="rId3"/>
    <p:sldLayoutId id="2147483653" r:id="rId4"/>
    <p:sldLayoutId id="2147483655" r:id="rId5"/>
    <p:sldLayoutId id="2147483657" r:id="rId6"/>
    <p:sldLayoutId id="2147483659" r:id="rId7"/>
    <p:sldLayoutId id="2147483664" r:id="rId8"/>
    <p:sldLayoutId id="2147483660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2" pos="7333">
          <p15:clr>
            <a:srgbClr val="F26B43"/>
          </p15:clr>
        </p15:guide>
        <p15:guide id="3" orient="horz" pos="3816">
          <p15:clr>
            <a:srgbClr val="F26B43"/>
          </p15:clr>
        </p15:guide>
        <p15:guide id="4" orient="horz" pos="3974">
          <p15:clr>
            <a:srgbClr val="F26B43"/>
          </p15:clr>
        </p15:guide>
        <p15:guide id="5" orient="horz" pos="4156">
          <p15:clr>
            <a:srgbClr val="F26B43"/>
          </p15:clr>
        </p15:guide>
        <p15:guide id="6" orient="horz" pos="1071">
          <p15:clr>
            <a:srgbClr val="F26B43"/>
          </p15:clr>
        </p15:guide>
        <p15:guide id="7" orient="horz" pos="663">
          <p15:clr>
            <a:srgbClr val="F26B43"/>
          </p15:clr>
        </p15:guide>
        <p15:guide id="8" orient="horz" pos="1207">
          <p15:clr>
            <a:srgbClr val="F26B43"/>
          </p15:clr>
        </p15:guide>
        <p15:guide id="9" orient="horz" pos="32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/>
          <p:nvPr/>
        </p:nvSpPr>
        <p:spPr>
          <a:xfrm>
            <a:off x="0" y="6597650"/>
            <a:ext cx="12192000" cy="260350"/>
          </a:xfrm>
          <a:prstGeom prst="rect">
            <a:avLst/>
          </a:prstGeom>
          <a:solidFill>
            <a:schemeClr val="lt1">
              <a:alpha val="7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9" name="Google Shape;19;p16"/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  <a:defRPr sz="3200" b="0" i="0" u="none" strike="noStrike" cap="none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body" idx="1"/>
          </p:nvPr>
        </p:nvSpPr>
        <p:spPr>
          <a:xfrm>
            <a:off x="550864" y="1916112"/>
            <a:ext cx="11090274" cy="414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302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arlow"/>
              <a:buChar char="−"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l" rtl="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2286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marL="2286000" marR="0" lvl="4" indent="-22860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dt" idx="10"/>
          </p:nvPr>
        </p:nvSpPr>
        <p:spPr>
          <a:xfrm>
            <a:off x="550863" y="6665884"/>
            <a:ext cx="665247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ftr" idx="11"/>
          </p:nvPr>
        </p:nvSpPr>
        <p:spPr>
          <a:xfrm>
            <a:off x="1631949" y="6665884"/>
            <a:ext cx="251936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4" name="Google Shape;24;p16"/>
          <p:cNvSpPr/>
          <p:nvPr/>
        </p:nvSpPr>
        <p:spPr>
          <a:xfrm>
            <a:off x="0" y="0"/>
            <a:ext cx="12192000" cy="514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0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      </a:t>
            </a:r>
            <a:endParaRPr/>
          </a:p>
        </p:txBody>
      </p:sp>
      <p:sp>
        <p:nvSpPr>
          <p:cNvPr id="25" name="Google Shape;25;p16"/>
          <p:cNvSpPr txBox="1"/>
          <p:nvPr/>
        </p:nvSpPr>
        <p:spPr>
          <a:xfrm>
            <a:off x="4367781" y="6663037"/>
            <a:ext cx="314990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© 2024 Copyright Veoneer US Safety Systems, LLC. All Rights Reserved</a:t>
            </a:r>
            <a:endParaRPr/>
          </a:p>
        </p:txBody>
      </p:sp>
      <p:sp>
        <p:nvSpPr>
          <p:cNvPr id="26" name="Google Shape;26;p16"/>
          <p:cNvSpPr/>
          <p:nvPr/>
        </p:nvSpPr>
        <p:spPr>
          <a:xfrm>
            <a:off x="0" y="6597650"/>
            <a:ext cx="12192000" cy="3600"/>
          </a:xfrm>
          <a:prstGeom prst="rect">
            <a:avLst/>
          </a:prstGeom>
          <a:solidFill>
            <a:srgbClr val="A6D4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27" name="Google Shape;27;p16"/>
          <p:cNvGrpSpPr/>
          <p:nvPr/>
        </p:nvGrpSpPr>
        <p:grpSpPr>
          <a:xfrm>
            <a:off x="10979524" y="194963"/>
            <a:ext cx="996570" cy="140097"/>
            <a:chOff x="10052051" y="6354763"/>
            <a:chExt cx="1592262" cy="223838"/>
          </a:xfrm>
        </p:grpSpPr>
        <p:sp>
          <p:nvSpPr>
            <p:cNvPr id="28" name="Google Shape;28;p16"/>
            <p:cNvSpPr/>
            <p:nvPr/>
          </p:nvSpPr>
          <p:spPr>
            <a:xfrm>
              <a:off x="11263313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8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50" y="1418"/>
                    <a:pt x="1960" y="1110"/>
                    <a:pt x="2562" y="1110"/>
                  </a:cubicBezTo>
                  <a:cubicBezTo>
                    <a:pt x="3142" y="1110"/>
                    <a:pt x="3538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2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2" y="4277"/>
                  </a:cubicBezTo>
                  <a:cubicBezTo>
                    <a:pt x="1221" y="4739"/>
                    <a:pt x="1902" y="4983"/>
                    <a:pt x="2702" y="4983"/>
                  </a:cubicBezTo>
                  <a:cubicBezTo>
                    <a:pt x="3562" y="4983"/>
                    <a:pt x="4221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8" y="3873"/>
                    <a:pt x="2674" y="3873"/>
                  </a:cubicBezTo>
                  <a:cubicBezTo>
                    <a:pt x="1990" y="3873"/>
                    <a:pt x="1546" y="3563"/>
                    <a:pt x="1392" y="2977"/>
                  </a:cubicBezTo>
                  <a:lnTo>
                    <a:pt x="1381" y="2934"/>
                  </a:lnTo>
                  <a:lnTo>
                    <a:pt x="5056" y="2934"/>
                  </a:lnTo>
                  <a:cubicBezTo>
                    <a:pt x="5108" y="2050"/>
                    <a:pt x="4860" y="1269"/>
                    <a:pt x="4358" y="731"/>
                  </a:cubicBezTo>
                  <a:cubicBezTo>
                    <a:pt x="3911" y="253"/>
                    <a:pt x="3290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" name="Google Shape;29;p16"/>
            <p:cNvSpPr/>
            <p:nvPr/>
          </p:nvSpPr>
          <p:spPr>
            <a:xfrm>
              <a:off x="11014076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1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1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59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6" y="4218"/>
                  </a:cubicBezTo>
                  <a:lnTo>
                    <a:pt x="3920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1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" name="Google Shape;30;p16"/>
            <p:cNvSpPr/>
            <p:nvPr/>
          </p:nvSpPr>
          <p:spPr>
            <a:xfrm>
              <a:off x="10517188" y="6354763"/>
              <a:ext cx="233363" cy="223838"/>
            </a:xfrm>
            <a:custGeom>
              <a:avLst/>
              <a:gdLst/>
              <a:ahLst/>
              <a:cxnLst/>
              <a:rect l="l" t="t" r="r" b="b"/>
              <a:pathLst>
                <a:path w="5179" h="4983" extrusionOk="0">
                  <a:moveTo>
                    <a:pt x="2589" y="3859"/>
                  </a:moveTo>
                  <a:cubicBezTo>
                    <a:pt x="1864" y="3859"/>
                    <a:pt x="1376" y="3309"/>
                    <a:pt x="1376" y="2491"/>
                  </a:cubicBezTo>
                  <a:cubicBezTo>
                    <a:pt x="1376" y="1674"/>
                    <a:pt x="1864" y="1124"/>
                    <a:pt x="2589" y="1124"/>
                  </a:cubicBezTo>
                  <a:cubicBezTo>
                    <a:pt x="3315" y="1124"/>
                    <a:pt x="3802" y="1674"/>
                    <a:pt x="3802" y="2491"/>
                  </a:cubicBezTo>
                  <a:cubicBezTo>
                    <a:pt x="3802" y="3309"/>
                    <a:pt x="3315" y="3859"/>
                    <a:pt x="2589" y="3859"/>
                  </a:cubicBezTo>
                  <a:close/>
                  <a:moveTo>
                    <a:pt x="2589" y="0"/>
                  </a:moveTo>
                  <a:cubicBezTo>
                    <a:pt x="1113" y="0"/>
                    <a:pt x="0" y="1071"/>
                    <a:pt x="0" y="2491"/>
                  </a:cubicBezTo>
                  <a:cubicBezTo>
                    <a:pt x="0" y="3912"/>
                    <a:pt x="1113" y="4983"/>
                    <a:pt x="2589" y="4983"/>
                  </a:cubicBezTo>
                  <a:cubicBezTo>
                    <a:pt x="4066" y="4983"/>
                    <a:pt x="5179" y="3912"/>
                    <a:pt x="5179" y="2491"/>
                  </a:cubicBezTo>
                  <a:cubicBezTo>
                    <a:pt x="5179" y="1071"/>
                    <a:pt x="4066" y="0"/>
                    <a:pt x="2589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" name="Google Shape;31;p16"/>
            <p:cNvSpPr/>
            <p:nvPr/>
          </p:nvSpPr>
          <p:spPr>
            <a:xfrm>
              <a:off x="10267951" y="6354763"/>
              <a:ext cx="230188" cy="223838"/>
            </a:xfrm>
            <a:custGeom>
              <a:avLst/>
              <a:gdLst/>
              <a:ahLst/>
              <a:cxnLst/>
              <a:rect l="l" t="t" r="r" b="b"/>
              <a:pathLst>
                <a:path w="5107" h="4983" extrusionOk="0">
                  <a:moveTo>
                    <a:pt x="3656" y="2021"/>
                  </a:moveTo>
                  <a:lnTo>
                    <a:pt x="1395" y="2021"/>
                  </a:lnTo>
                  <a:lnTo>
                    <a:pt x="1406" y="1978"/>
                  </a:lnTo>
                  <a:cubicBezTo>
                    <a:pt x="1549" y="1418"/>
                    <a:pt x="1960" y="1110"/>
                    <a:pt x="2562" y="1110"/>
                  </a:cubicBezTo>
                  <a:cubicBezTo>
                    <a:pt x="3141" y="1110"/>
                    <a:pt x="3537" y="1427"/>
                    <a:pt x="3648" y="1980"/>
                  </a:cubicBezTo>
                  <a:lnTo>
                    <a:pt x="3656" y="2021"/>
                  </a:lnTo>
                  <a:close/>
                  <a:moveTo>
                    <a:pt x="2562" y="0"/>
                  </a:moveTo>
                  <a:cubicBezTo>
                    <a:pt x="1101" y="0"/>
                    <a:pt x="0" y="1071"/>
                    <a:pt x="0" y="2491"/>
                  </a:cubicBezTo>
                  <a:cubicBezTo>
                    <a:pt x="0" y="3197"/>
                    <a:pt x="260" y="3831"/>
                    <a:pt x="731" y="4277"/>
                  </a:cubicBezTo>
                  <a:cubicBezTo>
                    <a:pt x="1220" y="4739"/>
                    <a:pt x="1902" y="4983"/>
                    <a:pt x="2702" y="4983"/>
                  </a:cubicBezTo>
                  <a:cubicBezTo>
                    <a:pt x="3561" y="4983"/>
                    <a:pt x="4220" y="4733"/>
                    <a:pt x="4717" y="4218"/>
                  </a:cubicBezTo>
                  <a:lnTo>
                    <a:pt x="3921" y="3422"/>
                  </a:lnTo>
                  <a:cubicBezTo>
                    <a:pt x="3649" y="3647"/>
                    <a:pt x="3287" y="3873"/>
                    <a:pt x="2674" y="3873"/>
                  </a:cubicBezTo>
                  <a:cubicBezTo>
                    <a:pt x="1989" y="3873"/>
                    <a:pt x="1546" y="3563"/>
                    <a:pt x="1392" y="2977"/>
                  </a:cubicBezTo>
                  <a:lnTo>
                    <a:pt x="1380" y="2934"/>
                  </a:lnTo>
                  <a:lnTo>
                    <a:pt x="5055" y="2934"/>
                  </a:lnTo>
                  <a:cubicBezTo>
                    <a:pt x="5107" y="2050"/>
                    <a:pt x="4860" y="1269"/>
                    <a:pt x="4357" y="731"/>
                  </a:cubicBezTo>
                  <a:cubicBezTo>
                    <a:pt x="3910" y="253"/>
                    <a:pt x="3289" y="0"/>
                    <a:pt x="2562" y="0"/>
                  </a:cubicBez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" name="Google Shape;32;p16"/>
            <p:cNvSpPr/>
            <p:nvPr/>
          </p:nvSpPr>
          <p:spPr>
            <a:xfrm>
              <a:off x="10052051" y="6361113"/>
              <a:ext cx="225425" cy="212725"/>
            </a:xfrm>
            <a:custGeom>
              <a:avLst/>
              <a:gdLst/>
              <a:ahLst/>
              <a:cxnLst/>
              <a:rect l="l" t="t" r="r" b="b"/>
              <a:pathLst>
                <a:path w="5036" h="4739" extrusionOk="0">
                  <a:moveTo>
                    <a:pt x="0" y="0"/>
                  </a:moveTo>
                  <a:lnTo>
                    <a:pt x="2565" y="4739"/>
                  </a:lnTo>
                  <a:lnTo>
                    <a:pt x="5036" y="0"/>
                  </a:lnTo>
                  <a:lnTo>
                    <a:pt x="3734" y="0"/>
                  </a:lnTo>
                  <a:lnTo>
                    <a:pt x="2622" y="2337"/>
                  </a:lnTo>
                  <a:lnTo>
                    <a:pt x="14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" name="Google Shape;33;p16"/>
            <p:cNvSpPr/>
            <p:nvPr/>
          </p:nvSpPr>
          <p:spPr>
            <a:xfrm>
              <a:off x="10775951" y="6354763"/>
              <a:ext cx="212725" cy="217488"/>
            </a:xfrm>
            <a:custGeom>
              <a:avLst/>
              <a:gdLst/>
              <a:ahLst/>
              <a:cxnLst/>
              <a:rect l="l" t="t" r="r" b="b"/>
              <a:pathLst>
                <a:path w="4768" h="4831" extrusionOk="0">
                  <a:moveTo>
                    <a:pt x="3516" y="4831"/>
                  </a:moveTo>
                  <a:lnTo>
                    <a:pt x="4767" y="4831"/>
                  </a:lnTo>
                  <a:lnTo>
                    <a:pt x="4768" y="2315"/>
                  </a:lnTo>
                  <a:cubicBezTo>
                    <a:pt x="4768" y="1060"/>
                    <a:pt x="3677" y="0"/>
                    <a:pt x="2384" y="0"/>
                  </a:cubicBezTo>
                  <a:cubicBezTo>
                    <a:pt x="1092" y="0"/>
                    <a:pt x="0" y="1060"/>
                    <a:pt x="0" y="2315"/>
                  </a:cubicBezTo>
                  <a:lnTo>
                    <a:pt x="0" y="4831"/>
                  </a:lnTo>
                  <a:lnTo>
                    <a:pt x="1247" y="4831"/>
                  </a:lnTo>
                  <a:lnTo>
                    <a:pt x="1247" y="2298"/>
                  </a:lnTo>
                  <a:cubicBezTo>
                    <a:pt x="1259" y="1674"/>
                    <a:pt x="1779" y="1147"/>
                    <a:pt x="2381" y="1147"/>
                  </a:cubicBezTo>
                  <a:cubicBezTo>
                    <a:pt x="2392" y="1147"/>
                    <a:pt x="2428" y="1149"/>
                    <a:pt x="2439" y="1149"/>
                  </a:cubicBezTo>
                  <a:cubicBezTo>
                    <a:pt x="3022" y="1186"/>
                    <a:pt x="3505" y="1701"/>
                    <a:pt x="3516" y="2297"/>
                  </a:cubicBezTo>
                  <a:lnTo>
                    <a:pt x="3516" y="4831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" name="Google Shape;34;p16"/>
            <p:cNvSpPr/>
            <p:nvPr/>
          </p:nvSpPr>
          <p:spPr>
            <a:xfrm>
              <a:off x="11514138" y="6354763"/>
              <a:ext cx="130175" cy="217488"/>
            </a:xfrm>
            <a:custGeom>
              <a:avLst/>
              <a:gdLst/>
              <a:ahLst/>
              <a:cxnLst/>
              <a:rect l="l" t="t" r="r" b="b"/>
              <a:pathLst>
                <a:path w="2885" h="4833" extrusionOk="0">
                  <a:moveTo>
                    <a:pt x="0" y="4833"/>
                  </a:moveTo>
                  <a:lnTo>
                    <a:pt x="1247" y="4833"/>
                  </a:lnTo>
                  <a:lnTo>
                    <a:pt x="1247" y="2317"/>
                  </a:lnTo>
                  <a:cubicBezTo>
                    <a:pt x="1255" y="1659"/>
                    <a:pt x="1797" y="1120"/>
                    <a:pt x="2456" y="1116"/>
                  </a:cubicBezTo>
                  <a:lnTo>
                    <a:pt x="2462" y="1115"/>
                  </a:lnTo>
                  <a:cubicBezTo>
                    <a:pt x="2466" y="1115"/>
                    <a:pt x="2469" y="1115"/>
                    <a:pt x="2473" y="1115"/>
                  </a:cubicBezTo>
                  <a:lnTo>
                    <a:pt x="2885" y="1115"/>
                  </a:lnTo>
                  <a:lnTo>
                    <a:pt x="2885" y="0"/>
                  </a:lnTo>
                  <a:lnTo>
                    <a:pt x="2318" y="2"/>
                  </a:lnTo>
                  <a:cubicBezTo>
                    <a:pt x="1039" y="2"/>
                    <a:pt x="0" y="1041"/>
                    <a:pt x="0" y="2317"/>
                  </a:cubicBezTo>
                  <a:lnTo>
                    <a:pt x="0" y="4833"/>
                  </a:lnTo>
                  <a:close/>
                </a:path>
              </a:pathLst>
            </a:custGeom>
            <a:solidFill>
              <a:srgbClr val="001F4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Barlow"/>
                <a:buNone/>
              </a:pPr>
              <a:endParaRPr sz="1800" b="0" i="0" u="none" strike="noStrike" cap="none">
                <a:solidFill>
                  <a:srgbClr val="32323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35" name="Google Shape;35;p16"/>
          <p:cNvSpPr txBox="1"/>
          <p:nvPr/>
        </p:nvSpPr>
        <p:spPr>
          <a:xfrm>
            <a:off x="11411580" y="6663037"/>
            <a:ext cx="484188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800" b="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INTERNAL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2722283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  <p:sldLayoutId id="2147483690" r:id="rId27"/>
    <p:sldLayoutId id="2147483691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2" pos="7333">
          <p15:clr>
            <a:srgbClr val="F26B43"/>
          </p15:clr>
        </p15:guide>
        <p15:guide id="3" orient="horz" pos="3816">
          <p15:clr>
            <a:srgbClr val="F26B43"/>
          </p15:clr>
        </p15:guide>
        <p15:guide id="4" orient="horz" pos="3974">
          <p15:clr>
            <a:srgbClr val="F26B43"/>
          </p15:clr>
        </p15:guide>
        <p15:guide id="5" orient="horz" pos="4156">
          <p15:clr>
            <a:srgbClr val="F26B43"/>
          </p15:clr>
        </p15:guide>
        <p15:guide id="6" orient="horz" pos="1071">
          <p15:clr>
            <a:srgbClr val="F26B43"/>
          </p15:clr>
        </p15:guide>
        <p15:guide id="7" orient="horz" pos="663">
          <p15:clr>
            <a:srgbClr val="F26B43"/>
          </p15:clr>
        </p15:guide>
        <p15:guide id="8" orient="horz" pos="1207">
          <p15:clr>
            <a:srgbClr val="F26B43"/>
          </p15:clr>
        </p15:guide>
        <p15:guide id="9" orient="horz" pos="32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://localhost:8000/" TargetMode="Externa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chart" Target="../charts/char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EDEFA-E7C7-F11E-D2CD-B4EAF78F3A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RCS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2C824-A90A-2517-6A6D-F6BF5E5E9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5524359"/>
            <a:ext cx="6735308" cy="446276"/>
          </a:xfrm>
        </p:spPr>
        <p:txBody>
          <a:bodyPr/>
          <a:lstStyle/>
          <a:p>
            <a:r>
              <a:rPr lang="pt-PT" dirty="0"/>
              <a:t>Service Report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01F20-4BA3-119E-6659-260E1CB4AF9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23253" y="3902874"/>
            <a:ext cx="8223023" cy="892552"/>
          </a:xfrm>
        </p:spPr>
        <p:txBody>
          <a:bodyPr/>
          <a:lstStyle/>
          <a:p>
            <a:r>
              <a:rPr lang="pt-PT" dirty="0"/>
              <a:t>Network Operations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84402F-F371-A222-779C-99C22DD475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1</a:t>
            </a:fld>
            <a:endParaRPr lang="pt-PT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0E7F11-40A2-C209-0CA2-042FC2D61B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354" y="5928507"/>
            <a:ext cx="6783387" cy="420688"/>
          </a:xfrm>
        </p:spPr>
        <p:txBody>
          <a:bodyPr/>
          <a:lstStyle/>
          <a:p>
            <a:r>
              <a:t>December 2025</a:t>
            </a:r>
          </a:p>
        </p:txBody>
      </p:sp>
      <p:sp>
        <p:nvSpPr>
          <p:cNvPr id="7" name="Google Shape;383;p1">
            <a:extLst>
              <a:ext uri="{FF2B5EF4-FFF2-40B4-BE49-F238E27FC236}">
                <a16:creationId xmlns:a16="http://schemas.microsoft.com/office/drawing/2014/main" id="{5FFDE0D0-0E73-B773-26E2-F3AB40A70B7F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1</a:t>
            </a:fld>
            <a:endParaRPr lang="pt-PT"/>
          </a:p>
        </p:txBody>
      </p:sp>
      <p:sp>
        <p:nvSpPr>
          <p:cNvPr id="8" name="Google Shape;384;p1">
            <a:extLst>
              <a:ext uri="{FF2B5EF4-FFF2-40B4-BE49-F238E27FC236}">
                <a16:creationId xmlns:a16="http://schemas.microsoft.com/office/drawing/2014/main" id="{9A882EFF-D8A7-2664-8D97-1B2CACCD13C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- December 2025</a:t>
            </a:r>
          </a:p>
        </p:txBody>
      </p:sp>
      <p:sp>
        <p:nvSpPr>
          <p:cNvPr id="9" name="Google Shape;385;p1">
            <a:extLst>
              <a:ext uri="{FF2B5EF4-FFF2-40B4-BE49-F238E27FC236}">
                <a16:creationId xmlns:a16="http://schemas.microsoft.com/office/drawing/2014/main" id="{8781E064-F83D-0030-C0B9-C47064DF527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2025-12-01 - 2025-12-31</a:t>
            </a:r>
          </a:p>
        </p:txBody>
      </p:sp>
    </p:spTree>
    <p:extLst>
      <p:ext uri="{BB962C8B-B14F-4D97-AF65-F5344CB8AC3E}">
        <p14:creationId xmlns:p14="http://schemas.microsoft.com/office/powerpoint/2010/main" val="2397099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F813D2-3609-619A-4DD9-98012B0429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2</a:t>
            </a:fld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9E15E-63B9-FBD2-2499-A901B3DD91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5D31562-1579-FC7D-FF1A-BA96091413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A043788-740C-0BE9-F084-519ECB15BDD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50863" y="1437064"/>
            <a:ext cx="6737039" cy="26314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Barlow" panose="00000500000000000000" pitchFamily="2" charset="0"/>
                <a:sym typeface="Arial"/>
              </a:rPr>
              <a:t>Veoneer’s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Barlow" panose="00000500000000000000" pitchFamily="2" charset="0"/>
                <a:sym typeface="Arial"/>
              </a:rPr>
              <a:t> network performance and reliability undergo daily manual validation through Health Checks and continuous monitoring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Barlow" panose="00000500000000000000" pitchFamily="2" charset="0"/>
              <a:ea typeface="Barlow"/>
              <a:cs typeface="Barlow"/>
              <a:sym typeface="Barlow"/>
            </a:endParaRPr>
          </a:p>
          <a:p>
            <a:endParaRPr lang="en-US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3ADC73F4-C1C1-D277-1F7A-E52E6B292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5" y="989299"/>
            <a:ext cx="6737039" cy="443198"/>
          </a:xfrm>
        </p:spPr>
        <p:txBody>
          <a:bodyPr/>
          <a:lstStyle/>
          <a:p>
            <a:r>
              <a:rPr kumimoji="0" lang="pt-PT" sz="3200" b="0" i="0" u="none" strike="noStrike" kern="0" cap="none" spc="0" normalizeH="0" baseline="0" noProof="0" dirty="0">
                <a:ln>
                  <a:noFill/>
                </a:ln>
                <a:solidFill>
                  <a:srgbClr val="001F47"/>
                </a:solidFill>
                <a:effectLst/>
                <a:uLnTx/>
                <a:uFillTx/>
                <a:latin typeface="Barlow SemiBold" panose="00000700000000000000" pitchFamily="2" charset="0"/>
                <a:cs typeface="Arial"/>
                <a:sym typeface="Arial"/>
              </a:rPr>
              <a:t>01 | Network Health Overview</a:t>
            </a:r>
            <a:endParaRPr lang="en-US" dirty="0"/>
          </a:p>
        </p:txBody>
      </p:sp>
      <p:sp>
        <p:nvSpPr>
          <p:cNvPr id="11" name="Google Shape;398;p2">
            <a:extLst>
              <a:ext uri="{FF2B5EF4-FFF2-40B4-BE49-F238E27FC236}">
                <a16:creationId xmlns:a16="http://schemas.microsoft.com/office/drawing/2014/main" id="{27F94815-A8DA-024A-7A29-F72CF3308C83}"/>
              </a:ext>
            </a:extLst>
          </p:cNvPr>
          <p:cNvSpPr txBox="1"/>
          <p:nvPr/>
        </p:nvSpPr>
        <p:spPr>
          <a:xfrm>
            <a:off x="9071986" y="1534325"/>
            <a:ext cx="2927293" cy="295200"/>
          </a:xfrm>
          <a:prstGeom prst="rect">
            <a:avLst/>
          </a:prstGeom>
          <a:solidFill>
            <a:schemeClr val="accent3">
              <a:alpha val="73725"/>
            </a:schemeClr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2000" rIns="0" bIns="72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Network Overall Health</a:t>
            </a:r>
            <a:endParaRPr dirty="0"/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4823313-0019-BF0A-3905-F08AB40F1F3E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2</a:t>
            </a:fld>
            <a:endParaRPr lang="pt-PT"/>
          </a:p>
        </p:txBody>
      </p:sp>
      <p:sp>
        <p:nvSpPr>
          <p:cNvPr id="13" name="Google Shape;383;p1">
            <a:extLst>
              <a:ext uri="{FF2B5EF4-FFF2-40B4-BE49-F238E27FC236}">
                <a16:creationId xmlns:a16="http://schemas.microsoft.com/office/drawing/2014/main" id="{BB326A93-6052-E8DF-0BEA-EDFACE5D41E7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2</a:t>
            </a:fld>
            <a:endParaRPr lang="pt-PT"/>
          </a:p>
        </p:txBody>
      </p:sp>
      <p:sp>
        <p:nvSpPr>
          <p:cNvPr id="14" name="Google Shape;384;p1">
            <a:extLst>
              <a:ext uri="{FF2B5EF4-FFF2-40B4-BE49-F238E27FC236}">
                <a16:creationId xmlns:a16="http://schemas.microsoft.com/office/drawing/2014/main" id="{16DF8D15-D40A-358B-C6A9-3A2853C35FC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- December 2025</a:t>
            </a:r>
          </a:p>
        </p:txBody>
      </p:sp>
      <p:sp>
        <p:nvSpPr>
          <p:cNvPr id="15" name="Google Shape;385;p1">
            <a:extLst>
              <a:ext uri="{FF2B5EF4-FFF2-40B4-BE49-F238E27FC236}">
                <a16:creationId xmlns:a16="http://schemas.microsoft.com/office/drawing/2014/main" id="{5D3381EC-CEF4-A52E-0D45-43E2A3F7845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2025-12-01 - 2025-12-31</a:t>
            </a:r>
          </a:p>
        </p:txBody>
      </p:sp>
      <p:pic>
        <p:nvPicPr>
          <p:cNvPr id="4" name="Picture 3" descr="A map of the world with blue pins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E5B9A456-A9AC-9C4E-970E-3734E72F6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1986" y="1829525"/>
            <a:ext cx="2927293" cy="174487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Picture 16" descr="A map of the united states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189721FC-B902-619A-4B3F-6E46FD243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986" y="3574402"/>
            <a:ext cx="2927293" cy="166403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8" name="Picture 17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2414016"/>
            <a:ext cx="237744" cy="237744"/>
          </a:xfrm>
          <a:prstGeom prst="rect">
            <a:avLst/>
          </a:prstGeom>
        </p:spPr>
      </p:pic>
      <p:pic>
        <p:nvPicPr>
          <p:cNvPr id="19" name="Picture 18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2414016"/>
            <a:ext cx="237744" cy="237744"/>
          </a:xfrm>
          <a:prstGeom prst="rect">
            <a:avLst/>
          </a:prstGeom>
        </p:spPr>
      </p:pic>
      <p:pic>
        <p:nvPicPr>
          <p:cNvPr id="20" name="Picture 19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2414016"/>
            <a:ext cx="237744" cy="237744"/>
          </a:xfrm>
          <a:prstGeom prst="rect">
            <a:avLst/>
          </a:prstGeom>
        </p:spPr>
      </p:pic>
      <p:pic>
        <p:nvPicPr>
          <p:cNvPr id="21" name="Picture 20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4215" y="2414016"/>
            <a:ext cx="237744" cy="237744"/>
          </a:xfrm>
          <a:prstGeom prst="rect">
            <a:avLst/>
          </a:prstGeom>
        </p:spPr>
      </p:pic>
      <p:pic>
        <p:nvPicPr>
          <p:cNvPr id="22" name="Picture 21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2414016"/>
            <a:ext cx="237744" cy="237744"/>
          </a:xfrm>
          <a:prstGeom prst="rect">
            <a:avLst/>
          </a:prstGeom>
        </p:spPr>
      </p:pic>
      <p:pic>
        <p:nvPicPr>
          <p:cNvPr id="23" name="Picture 22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2414016"/>
            <a:ext cx="237744" cy="237744"/>
          </a:xfrm>
          <a:prstGeom prst="rect">
            <a:avLst/>
          </a:prstGeom>
        </p:spPr>
      </p:pic>
      <p:pic>
        <p:nvPicPr>
          <p:cNvPr id="24" name="Picture 23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2414016"/>
            <a:ext cx="237744" cy="237744"/>
          </a:xfrm>
          <a:prstGeom prst="rect">
            <a:avLst/>
          </a:prstGeom>
        </p:spPr>
      </p:pic>
      <p:pic>
        <p:nvPicPr>
          <p:cNvPr id="25" name="Picture 24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2414016"/>
            <a:ext cx="237744" cy="237744"/>
          </a:xfrm>
          <a:prstGeom prst="rect">
            <a:avLst/>
          </a:prstGeom>
        </p:spPr>
      </p:pic>
      <p:pic>
        <p:nvPicPr>
          <p:cNvPr id="26" name="Picture 25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2414016"/>
            <a:ext cx="237744" cy="237744"/>
          </a:xfrm>
          <a:prstGeom prst="rect">
            <a:avLst/>
          </a:prstGeom>
        </p:spPr>
      </p:pic>
      <p:pic>
        <p:nvPicPr>
          <p:cNvPr id="27" name="Picture 26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4" y="2414016"/>
            <a:ext cx="237744" cy="237744"/>
          </a:xfrm>
          <a:prstGeom prst="rect">
            <a:avLst/>
          </a:prstGeom>
        </p:spPr>
      </p:pic>
      <p:pic>
        <p:nvPicPr>
          <p:cNvPr id="28" name="Picture 27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2971800"/>
            <a:ext cx="237744" cy="237744"/>
          </a:xfrm>
          <a:prstGeom prst="rect">
            <a:avLst/>
          </a:prstGeom>
        </p:spPr>
      </p:pic>
      <p:pic>
        <p:nvPicPr>
          <p:cNvPr id="29" name="Picture 28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2971800"/>
            <a:ext cx="237744" cy="237744"/>
          </a:xfrm>
          <a:prstGeom prst="rect">
            <a:avLst/>
          </a:prstGeom>
        </p:spPr>
      </p:pic>
      <p:pic>
        <p:nvPicPr>
          <p:cNvPr id="30" name="Picture 29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2971800"/>
            <a:ext cx="237744" cy="237744"/>
          </a:xfrm>
          <a:prstGeom prst="rect">
            <a:avLst/>
          </a:prstGeom>
        </p:spPr>
      </p:pic>
      <p:pic>
        <p:nvPicPr>
          <p:cNvPr id="31" name="Picture 30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4215" y="2971800"/>
            <a:ext cx="237744" cy="237744"/>
          </a:xfrm>
          <a:prstGeom prst="rect">
            <a:avLst/>
          </a:prstGeom>
        </p:spPr>
      </p:pic>
      <p:pic>
        <p:nvPicPr>
          <p:cNvPr id="32" name="Picture 31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2971800"/>
            <a:ext cx="237744" cy="237744"/>
          </a:xfrm>
          <a:prstGeom prst="rect">
            <a:avLst/>
          </a:prstGeom>
        </p:spPr>
      </p:pic>
      <p:pic>
        <p:nvPicPr>
          <p:cNvPr id="33" name="Picture 32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2971800"/>
            <a:ext cx="237744" cy="237744"/>
          </a:xfrm>
          <a:prstGeom prst="rect">
            <a:avLst/>
          </a:prstGeom>
        </p:spPr>
      </p:pic>
      <p:pic>
        <p:nvPicPr>
          <p:cNvPr id="34" name="Picture 33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2971800"/>
            <a:ext cx="237744" cy="237744"/>
          </a:xfrm>
          <a:prstGeom prst="rect">
            <a:avLst/>
          </a:prstGeom>
        </p:spPr>
      </p:pic>
      <p:pic>
        <p:nvPicPr>
          <p:cNvPr id="35" name="Picture 34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2971800"/>
            <a:ext cx="237744" cy="237744"/>
          </a:xfrm>
          <a:prstGeom prst="rect">
            <a:avLst/>
          </a:prstGeom>
        </p:spPr>
      </p:pic>
      <p:pic>
        <p:nvPicPr>
          <p:cNvPr id="36" name="Picture 35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2971800"/>
            <a:ext cx="237744" cy="237744"/>
          </a:xfrm>
          <a:prstGeom prst="rect">
            <a:avLst/>
          </a:prstGeom>
        </p:spPr>
      </p:pic>
      <p:pic>
        <p:nvPicPr>
          <p:cNvPr id="37" name="Picture 36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4" y="2971800"/>
            <a:ext cx="237744" cy="237744"/>
          </a:xfrm>
          <a:prstGeom prst="rect">
            <a:avLst/>
          </a:prstGeom>
        </p:spPr>
      </p:pic>
      <p:pic>
        <p:nvPicPr>
          <p:cNvPr id="38" name="Picture 37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3520440"/>
            <a:ext cx="237744" cy="237744"/>
          </a:xfrm>
          <a:prstGeom prst="rect">
            <a:avLst/>
          </a:prstGeom>
        </p:spPr>
      </p:pic>
      <p:pic>
        <p:nvPicPr>
          <p:cNvPr id="39" name="Picture 38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3520440"/>
            <a:ext cx="237744" cy="237744"/>
          </a:xfrm>
          <a:prstGeom prst="rect">
            <a:avLst/>
          </a:prstGeom>
        </p:spPr>
      </p:pic>
      <p:pic>
        <p:nvPicPr>
          <p:cNvPr id="40" name="Picture 39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520440"/>
            <a:ext cx="237744" cy="237744"/>
          </a:xfrm>
          <a:prstGeom prst="rect">
            <a:avLst/>
          </a:prstGeom>
        </p:spPr>
      </p:pic>
      <p:pic>
        <p:nvPicPr>
          <p:cNvPr id="41" name="Picture 40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4215" y="3520440"/>
            <a:ext cx="237744" cy="237744"/>
          </a:xfrm>
          <a:prstGeom prst="rect">
            <a:avLst/>
          </a:prstGeom>
        </p:spPr>
      </p:pic>
      <p:pic>
        <p:nvPicPr>
          <p:cNvPr id="42" name="Picture 41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3520440"/>
            <a:ext cx="237744" cy="237744"/>
          </a:xfrm>
          <a:prstGeom prst="rect">
            <a:avLst/>
          </a:prstGeom>
        </p:spPr>
      </p:pic>
      <p:pic>
        <p:nvPicPr>
          <p:cNvPr id="43" name="Picture 42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3520440"/>
            <a:ext cx="237744" cy="237744"/>
          </a:xfrm>
          <a:prstGeom prst="rect">
            <a:avLst/>
          </a:prstGeom>
        </p:spPr>
      </p:pic>
      <p:pic>
        <p:nvPicPr>
          <p:cNvPr id="44" name="Picture 43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3520440"/>
            <a:ext cx="237744" cy="237744"/>
          </a:xfrm>
          <a:prstGeom prst="rect">
            <a:avLst/>
          </a:prstGeom>
        </p:spPr>
      </p:pic>
      <p:pic>
        <p:nvPicPr>
          <p:cNvPr id="45" name="Picture 44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3520440"/>
            <a:ext cx="237744" cy="237744"/>
          </a:xfrm>
          <a:prstGeom prst="rect">
            <a:avLst/>
          </a:prstGeom>
        </p:spPr>
      </p:pic>
      <p:pic>
        <p:nvPicPr>
          <p:cNvPr id="46" name="Picture 45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3520440"/>
            <a:ext cx="237744" cy="237744"/>
          </a:xfrm>
          <a:prstGeom prst="rect">
            <a:avLst/>
          </a:prstGeom>
        </p:spPr>
      </p:pic>
      <p:pic>
        <p:nvPicPr>
          <p:cNvPr id="47" name="Picture 46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4" y="3520440"/>
            <a:ext cx="237744" cy="237744"/>
          </a:xfrm>
          <a:prstGeom prst="rect">
            <a:avLst/>
          </a:prstGeom>
        </p:spPr>
      </p:pic>
      <p:pic>
        <p:nvPicPr>
          <p:cNvPr id="48" name="Picture 47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4078224"/>
            <a:ext cx="237744" cy="237744"/>
          </a:xfrm>
          <a:prstGeom prst="rect">
            <a:avLst/>
          </a:prstGeom>
        </p:spPr>
      </p:pic>
      <p:pic>
        <p:nvPicPr>
          <p:cNvPr id="49" name="Picture 48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4078224"/>
            <a:ext cx="237744" cy="237744"/>
          </a:xfrm>
          <a:prstGeom prst="rect">
            <a:avLst/>
          </a:prstGeom>
        </p:spPr>
      </p:pic>
      <p:pic>
        <p:nvPicPr>
          <p:cNvPr id="50" name="Picture 49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4078224"/>
            <a:ext cx="237744" cy="237744"/>
          </a:xfrm>
          <a:prstGeom prst="rect">
            <a:avLst/>
          </a:prstGeom>
        </p:spPr>
      </p:pic>
      <p:pic>
        <p:nvPicPr>
          <p:cNvPr id="51" name="Picture 50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4215" y="4078224"/>
            <a:ext cx="237744" cy="237744"/>
          </a:xfrm>
          <a:prstGeom prst="rect">
            <a:avLst/>
          </a:prstGeom>
        </p:spPr>
      </p:pic>
      <p:pic>
        <p:nvPicPr>
          <p:cNvPr id="52" name="Picture 51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4078224"/>
            <a:ext cx="237744" cy="237744"/>
          </a:xfrm>
          <a:prstGeom prst="rect">
            <a:avLst/>
          </a:prstGeom>
        </p:spPr>
      </p:pic>
      <p:pic>
        <p:nvPicPr>
          <p:cNvPr id="53" name="Picture 52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4078224"/>
            <a:ext cx="237744" cy="237744"/>
          </a:xfrm>
          <a:prstGeom prst="rect">
            <a:avLst/>
          </a:prstGeom>
        </p:spPr>
      </p:pic>
      <p:pic>
        <p:nvPicPr>
          <p:cNvPr id="54" name="Picture 53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4078224"/>
            <a:ext cx="237744" cy="237744"/>
          </a:xfrm>
          <a:prstGeom prst="rect">
            <a:avLst/>
          </a:prstGeom>
        </p:spPr>
      </p:pic>
      <p:pic>
        <p:nvPicPr>
          <p:cNvPr id="55" name="Picture 54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4078224"/>
            <a:ext cx="237744" cy="237744"/>
          </a:xfrm>
          <a:prstGeom prst="rect">
            <a:avLst/>
          </a:prstGeom>
        </p:spPr>
      </p:pic>
      <p:pic>
        <p:nvPicPr>
          <p:cNvPr id="56" name="Picture 55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4078224"/>
            <a:ext cx="237744" cy="237744"/>
          </a:xfrm>
          <a:prstGeom prst="rect">
            <a:avLst/>
          </a:prstGeom>
        </p:spPr>
      </p:pic>
      <p:pic>
        <p:nvPicPr>
          <p:cNvPr id="57" name="Picture 56" descr="img1_az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4" y="4078224"/>
            <a:ext cx="237744" cy="2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40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3B991-5F99-8984-6C88-4539FE5226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5000" y="2417594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04CB5B-80F3-5140-1027-FA63D8BA36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60613" y="2417594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E0021C-F0EE-61E6-3963-9E637A4B14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28032" y="2417594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73AFAB4-69F0-4692-122E-11712B19A70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9262" y="2417594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4FD5DF1-BB92-4593-1D62-A0917BCD10B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423071" y="2417594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649F0E7-9630-FDFB-3096-ABA552EEED8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95000" y="3922437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9FFB3FF-D137-142C-9526-F9EDE2835FE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60613" y="3922437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DA05966-09A3-EC87-9254-CE4E1BD4D8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28032" y="3922437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32FAEEA-31B2-B249-E570-F341C1D6F4D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69262" y="3922437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49FC3E0-5D2E-D369-7817-C0A1A1CC5B0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423071" y="3922437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E6E4555-12D4-C264-1AF2-A1754544F5E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95000" y="5447282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6509104-F19C-F653-2EE5-02C777A31CB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0613" y="5447282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F9CA226-CC00-4A9D-4BBE-6FD141ADFC4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828032" y="5447282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4F57D1D-9712-8204-92B4-E49BCA589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69262" y="5447282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21A2C2C-4D00-56C1-350D-15B64631A9D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0423071" y="5447282"/>
            <a:ext cx="1206110" cy="900000"/>
          </a:xfrm>
        </p:spPr>
        <p:txBody>
          <a:bodyPr anchor="b">
            <a:noAutofit/>
          </a:bodyPr>
          <a:lstStyle/>
          <a:p>
            <a:r>
              <a:t>0</a:t>
            </a:r>
          </a:p>
        </p:txBody>
      </p:sp>
      <p:sp>
        <p:nvSpPr>
          <p:cNvPr id="32" name="Google Shape;831;p3">
            <a:extLst>
              <a:ext uri="{FF2B5EF4-FFF2-40B4-BE49-F238E27FC236}">
                <a16:creationId xmlns:a16="http://schemas.microsoft.com/office/drawing/2014/main" id="{07E4CCB1-A979-6923-AC13-8C16F9C13EB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11090275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sz="1800" dirty="0">
                <a:solidFill>
                  <a:schemeClr val="accent1"/>
                </a:solidFill>
                <a:latin typeface="Barlow" panose="00000500000000000000" pitchFamily="2" charset="0"/>
              </a:rPr>
              <a:t>Status of all incidents, changes and requests that were created on the current month and that were active in backlog from previous month</a:t>
            </a:r>
            <a:endParaRPr sz="1800" dirty="0">
              <a:solidFill>
                <a:schemeClr val="accent1"/>
              </a:solidFill>
              <a:latin typeface="Barlow" panose="00000500000000000000" pitchFamily="2" charset="0"/>
            </a:endParaRPr>
          </a:p>
        </p:txBody>
      </p:sp>
      <p:sp>
        <p:nvSpPr>
          <p:cNvPr id="33" name="Google Shape;833;p3">
            <a:extLst>
              <a:ext uri="{FF2B5EF4-FFF2-40B4-BE49-F238E27FC236}">
                <a16:creationId xmlns:a16="http://schemas.microsoft.com/office/drawing/2014/main" id="{33B65CEE-A055-CEEC-5DFE-86DF31F489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02 | Network Operations – Last day of the month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2" name="Google Shape;383;p1">
            <a:extLst>
              <a:ext uri="{FF2B5EF4-FFF2-40B4-BE49-F238E27FC236}">
                <a16:creationId xmlns:a16="http://schemas.microsoft.com/office/drawing/2014/main" id="{88C396EB-BCC4-8204-DAB2-F3D16D1079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03296" y="6692779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3</a:t>
            </a:fld>
            <a:endParaRPr/>
          </a:p>
        </p:txBody>
      </p:sp>
      <p:sp>
        <p:nvSpPr>
          <p:cNvPr id="3" name="Google Shape;384;p1">
            <a:extLst>
              <a:ext uri="{FF2B5EF4-FFF2-40B4-BE49-F238E27FC236}">
                <a16:creationId xmlns:a16="http://schemas.microsoft.com/office/drawing/2014/main" id="{99084B37-6411-7996-7BD3-91DAD6CE306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95774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- December 2025</a:t>
            </a:r>
          </a:p>
        </p:txBody>
      </p:sp>
      <p:sp>
        <p:nvSpPr>
          <p:cNvPr id="4" name="Google Shape;385;p1">
            <a:extLst>
              <a:ext uri="{FF2B5EF4-FFF2-40B4-BE49-F238E27FC236}">
                <a16:creationId xmlns:a16="http://schemas.microsoft.com/office/drawing/2014/main" id="{588B335F-92B9-6C72-A84B-B73736C35E0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92780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2025-12-01 - 2025-12-31</a:t>
            </a:r>
          </a:p>
        </p:txBody>
      </p:sp>
    </p:spTree>
    <p:extLst>
      <p:ext uri="{BB962C8B-B14F-4D97-AF65-F5344CB8AC3E}">
        <p14:creationId xmlns:p14="http://schemas.microsoft.com/office/powerpoint/2010/main" val="395422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527109-6D2A-5E15-AFA6-F761397737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4</a:t>
            </a:fld>
            <a:endParaRPr lang="pt-PT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F195EE-0A04-633E-1064-01C1B87869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0716" y="1368107"/>
            <a:ext cx="11090275" cy="330200"/>
          </a:xfrm>
        </p:spPr>
        <p:txBody>
          <a:bodyPr/>
          <a:lstStyle/>
          <a:p>
            <a:r>
              <a:t>During December, a total of 0 Change Requests, 0 Incidents and 0 requests were open</a:t>
            </a:r>
          </a:p>
        </p:txBody>
      </p:sp>
      <p:graphicFrame>
        <p:nvGraphicFramePr>
          <p:cNvPr id="7" name="Chart Placeholder 8">
            <a:extLst>
              <a:ext uri="{FF2B5EF4-FFF2-40B4-BE49-F238E27FC236}">
                <a16:creationId xmlns:a16="http://schemas.microsoft.com/office/drawing/2014/main" id="{0BC12243-737C-FF6F-C610-D45B85A7D6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7286702"/>
              </p:ext>
            </p:extLst>
          </p:nvPr>
        </p:nvGraphicFramePr>
        <p:xfrm>
          <a:off x="798320" y="2386532"/>
          <a:ext cx="5114925" cy="369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Placeholder 11">
            <a:extLst>
              <a:ext uri="{FF2B5EF4-FFF2-40B4-BE49-F238E27FC236}">
                <a16:creationId xmlns:a16="http://schemas.microsoft.com/office/drawing/2014/main" id="{A966EF1A-1A58-4B66-4967-B442B1DD38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7618910"/>
              </p:ext>
            </p:extLst>
          </p:nvPr>
        </p:nvGraphicFramePr>
        <p:xfrm>
          <a:off x="6475220" y="2386532"/>
          <a:ext cx="5056188" cy="369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Google Shape;383;p1">
            <a:extLst>
              <a:ext uri="{FF2B5EF4-FFF2-40B4-BE49-F238E27FC236}">
                <a16:creationId xmlns:a16="http://schemas.microsoft.com/office/drawing/2014/main" id="{B9AA3EFD-CE37-E0A5-2CEA-E3DC066C5B40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4</a:t>
            </a:fld>
            <a:endParaRPr lang="pt-PT"/>
          </a:p>
        </p:txBody>
      </p:sp>
      <p:sp>
        <p:nvSpPr>
          <p:cNvPr id="10" name="Google Shape;384;p1">
            <a:extLst>
              <a:ext uri="{FF2B5EF4-FFF2-40B4-BE49-F238E27FC236}">
                <a16:creationId xmlns:a16="http://schemas.microsoft.com/office/drawing/2014/main" id="{95FF42C6-844A-3BB5-DD4F-4157618C5C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- December 2025</a:t>
            </a:r>
          </a:p>
        </p:txBody>
      </p:sp>
      <p:sp>
        <p:nvSpPr>
          <p:cNvPr id="11" name="Google Shape;385;p1">
            <a:extLst>
              <a:ext uri="{FF2B5EF4-FFF2-40B4-BE49-F238E27FC236}">
                <a16:creationId xmlns:a16="http://schemas.microsoft.com/office/drawing/2014/main" id="{C06C7AF2-889F-EEB1-187C-15B3B4763D3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2025-12-01 - 2025-12-31</a:t>
            </a:r>
          </a:p>
        </p:txBody>
      </p:sp>
      <p:sp>
        <p:nvSpPr>
          <p:cNvPr id="15" name="Google Shape;911;p4">
            <a:extLst>
              <a:ext uri="{FF2B5EF4-FFF2-40B4-BE49-F238E27FC236}">
                <a16:creationId xmlns:a16="http://schemas.microsoft.com/office/drawing/2014/main" id="{7E2A14DC-EDB1-3998-367E-F822B285FB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03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38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3A0C3C-F92B-4236-AC15-D7DB63A868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5</a:t>
            </a:fld>
            <a:endParaRPr lang="pt-PT"/>
          </a:p>
        </p:txBody>
      </p:sp>
      <p:graphicFrame>
        <p:nvGraphicFramePr>
          <p:cNvPr id="8" name="Chart Placeholder 11">
            <a:extLst>
              <a:ext uri="{FF2B5EF4-FFF2-40B4-BE49-F238E27FC236}">
                <a16:creationId xmlns:a16="http://schemas.microsoft.com/office/drawing/2014/main" id="{18FC628C-C4FB-177A-390E-98A9DD0673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7613296"/>
              </p:ext>
            </p:extLst>
          </p:nvPr>
        </p:nvGraphicFramePr>
        <p:xfrm>
          <a:off x="6496661" y="2304975"/>
          <a:ext cx="5056188" cy="4194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6EFF49-FC43-8CF3-7F6A-F1B8445D1F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2575" y="1368065"/>
            <a:ext cx="11090274" cy="450850"/>
          </a:xfrm>
        </p:spPr>
        <p:txBody>
          <a:bodyPr/>
          <a:lstStyle/>
          <a:p>
            <a:r>
              <a:t>During December, a total of 0 incidents were open, comprising from P4 to P1</a:t>
            </a:r>
          </a:p>
        </p:txBody>
      </p:sp>
      <p:graphicFrame>
        <p:nvGraphicFramePr>
          <p:cNvPr id="7" name="Chart Placeholder 8">
            <a:extLst>
              <a:ext uri="{FF2B5EF4-FFF2-40B4-BE49-F238E27FC236}">
                <a16:creationId xmlns:a16="http://schemas.microsoft.com/office/drawing/2014/main" id="{98C7A09C-0764-EBE6-5337-18297E917F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4733582"/>
              </p:ext>
            </p:extLst>
          </p:nvPr>
        </p:nvGraphicFramePr>
        <p:xfrm>
          <a:off x="833437" y="2489425"/>
          <a:ext cx="5114925" cy="369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Google Shape;383;p1">
            <a:extLst>
              <a:ext uri="{FF2B5EF4-FFF2-40B4-BE49-F238E27FC236}">
                <a16:creationId xmlns:a16="http://schemas.microsoft.com/office/drawing/2014/main" id="{5291D593-8907-E5DC-3423-4BDA1BC05AD1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5</a:t>
            </a:fld>
            <a:endParaRPr lang="pt-PT"/>
          </a:p>
        </p:txBody>
      </p:sp>
      <p:sp>
        <p:nvSpPr>
          <p:cNvPr id="10" name="Google Shape;384;p1">
            <a:extLst>
              <a:ext uri="{FF2B5EF4-FFF2-40B4-BE49-F238E27FC236}">
                <a16:creationId xmlns:a16="http://schemas.microsoft.com/office/drawing/2014/main" id="{2044842A-E39C-D603-E392-94A5FDD014C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- December 2025</a:t>
            </a:r>
          </a:p>
        </p:txBody>
      </p:sp>
      <p:sp>
        <p:nvSpPr>
          <p:cNvPr id="11" name="Google Shape;385;p1">
            <a:extLst>
              <a:ext uri="{FF2B5EF4-FFF2-40B4-BE49-F238E27FC236}">
                <a16:creationId xmlns:a16="http://schemas.microsoft.com/office/drawing/2014/main" id="{062F1F6E-2EC4-F953-AEA2-2E751CDFC76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2025-12-01 - 2025-12-31</a:t>
            </a:r>
          </a:p>
        </p:txBody>
      </p:sp>
      <p:sp>
        <p:nvSpPr>
          <p:cNvPr id="13" name="Google Shape;950;p6">
            <a:extLst>
              <a:ext uri="{FF2B5EF4-FFF2-40B4-BE49-F238E27FC236}">
                <a16:creationId xmlns:a16="http://schemas.microsoft.com/office/drawing/2014/main" id="{08BE14DD-47C5-08D2-F681-5CE5A0CB3B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04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975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hart Placeholder 11">
            <a:extLst>
              <a:ext uri="{FF2B5EF4-FFF2-40B4-BE49-F238E27FC236}">
                <a16:creationId xmlns:a16="http://schemas.microsoft.com/office/drawing/2014/main" id="{33C289AC-8A5C-DDF6-B75D-16A393271C25}"/>
              </a:ext>
            </a:extLst>
          </p:cNvPr>
          <p:cNvGraphicFramePr>
            <a:graphicFrameLocks noGrp="1"/>
          </p:cNvGraphicFramePr>
          <p:nvPr>
            <p:ph type="chart" sz="quarter" idx="14"/>
            <p:extLst>
              <p:ext uri="{D42A27DB-BD31-4B8C-83A1-F6EECF244321}">
                <p14:modId xmlns:p14="http://schemas.microsoft.com/office/powerpoint/2010/main" val="857456283"/>
              </p:ext>
            </p:extLst>
          </p:nvPr>
        </p:nvGraphicFramePr>
        <p:xfrm>
          <a:off x="396771" y="1990531"/>
          <a:ext cx="3544886" cy="4926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Chart Placeholder 26">
            <a:extLst>
              <a:ext uri="{FF2B5EF4-FFF2-40B4-BE49-F238E27FC236}">
                <a16:creationId xmlns:a16="http://schemas.microsoft.com/office/drawing/2014/main" id="{7DAF19A4-ED17-E93A-3876-3711A373115C}"/>
              </a:ext>
            </a:extLst>
          </p:cNvPr>
          <p:cNvGraphicFramePr>
            <a:graphicFrameLocks noGrp="1"/>
          </p:cNvGraphicFramePr>
          <p:nvPr>
            <p:ph type="chart" sz="quarter" idx="15"/>
            <p:extLst>
              <p:ext uri="{D42A27DB-BD31-4B8C-83A1-F6EECF244321}">
                <p14:modId xmlns:p14="http://schemas.microsoft.com/office/powerpoint/2010/main" val="3365276600"/>
              </p:ext>
            </p:extLst>
          </p:nvPr>
        </p:nvGraphicFramePr>
        <p:xfrm>
          <a:off x="8309513" y="2509176"/>
          <a:ext cx="3544886" cy="34122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4" name="Chart Placeholder 23">
            <a:extLst>
              <a:ext uri="{FF2B5EF4-FFF2-40B4-BE49-F238E27FC236}">
                <a16:creationId xmlns:a16="http://schemas.microsoft.com/office/drawing/2014/main" id="{27580815-A054-8D62-F01B-55F1C690E2A2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757388291"/>
              </p:ext>
            </p:extLst>
          </p:nvPr>
        </p:nvGraphicFramePr>
        <p:xfrm>
          <a:off x="4428000" y="2700000"/>
          <a:ext cx="3544888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Google Shape;987;p8">
            <a:extLst>
              <a:ext uri="{FF2B5EF4-FFF2-40B4-BE49-F238E27FC236}">
                <a16:creationId xmlns:a16="http://schemas.microsoft.com/office/drawing/2014/main" id="{45ECA016-4027-304D-DADA-2582F478F4D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50863" y="1437064"/>
            <a:ext cx="11090275" cy="26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PT" dirty="0">
                <a:latin typeface="Barlow" panose="00000500000000000000" pitchFamily="2" charset="0"/>
              </a:rPr>
              <a:t>Resolution times are consistently being met, ensuring timely and efficient handling of incidents.</a:t>
            </a:r>
            <a:endParaRPr dirty="0">
              <a:latin typeface="Barlow" panose="00000500000000000000" pitchFamily="2" charset="0"/>
            </a:endParaRPr>
          </a:p>
        </p:txBody>
      </p:sp>
      <p:sp>
        <p:nvSpPr>
          <p:cNvPr id="13" name="Google Shape;989;p8">
            <a:extLst>
              <a:ext uri="{FF2B5EF4-FFF2-40B4-BE49-F238E27FC236}">
                <a16:creationId xmlns:a16="http://schemas.microsoft.com/office/drawing/2014/main" id="{9B689079-8D06-7800-D0B6-965427A8F9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05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2" name="Google Shape;383;p1">
            <a:extLst>
              <a:ext uri="{FF2B5EF4-FFF2-40B4-BE49-F238E27FC236}">
                <a16:creationId xmlns:a16="http://schemas.microsoft.com/office/drawing/2014/main" id="{6072F8E4-1723-17F9-4E4C-A89BF0DA00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6</a:t>
            </a:fld>
            <a:endParaRPr/>
          </a:p>
        </p:txBody>
      </p:sp>
      <p:sp>
        <p:nvSpPr>
          <p:cNvPr id="3" name="Google Shape;384;p1">
            <a:extLst>
              <a:ext uri="{FF2B5EF4-FFF2-40B4-BE49-F238E27FC236}">
                <a16:creationId xmlns:a16="http://schemas.microsoft.com/office/drawing/2014/main" id="{53BCFC0E-5BB3-438C-D262-BAA043D6C28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- December 2025</a:t>
            </a:r>
          </a:p>
        </p:txBody>
      </p:sp>
      <p:sp>
        <p:nvSpPr>
          <p:cNvPr id="4" name="Google Shape;385;p1">
            <a:extLst>
              <a:ext uri="{FF2B5EF4-FFF2-40B4-BE49-F238E27FC236}">
                <a16:creationId xmlns:a16="http://schemas.microsoft.com/office/drawing/2014/main" id="{8B8EDDB5-E88B-A570-DF87-14450FAB1D1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2025-12-01 - 2025-12-31</a:t>
            </a:r>
          </a:p>
        </p:txBody>
      </p:sp>
    </p:spTree>
    <p:extLst>
      <p:ext uri="{BB962C8B-B14F-4D97-AF65-F5344CB8AC3E}">
        <p14:creationId xmlns:p14="http://schemas.microsoft.com/office/powerpoint/2010/main" val="755123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580BD0-5597-02C4-BFBB-0CEA31BC61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mtClean="0"/>
              <a:t>7</a:t>
            </a:fld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672F86-CAC6-16B5-9215-1E2785B8B4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7148" y="1380460"/>
            <a:ext cx="11090275" cy="354013"/>
          </a:xfrm>
        </p:spPr>
        <p:txBody>
          <a:bodyPr/>
          <a:lstStyle/>
          <a:p>
            <a:r>
              <a:t>The maximum incident resolution time was 0 sec</a:t>
            </a:r>
          </a:p>
        </p:txBody>
      </p:sp>
      <p:sp>
        <p:nvSpPr>
          <p:cNvPr id="7" name="Google Shape;1031;p9">
            <a:extLst>
              <a:ext uri="{FF2B5EF4-FFF2-40B4-BE49-F238E27FC236}">
                <a16:creationId xmlns:a16="http://schemas.microsoft.com/office/drawing/2014/main" id="{538371C8-9F07-CFFA-5B97-25CEB3D57F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Bold"/>
              <a:buNone/>
            </a:pPr>
            <a:r>
              <a:rPr lang="pt-PT" sz="3200" dirty="0">
                <a:solidFill>
                  <a:schemeClr val="accent1"/>
                </a:solidFill>
                <a:latin typeface="Barlow SemiBold" panose="00000700000000000000" pitchFamily="2" charset="0"/>
              </a:rPr>
              <a:t>06 | Network Operations – Ticket Analysis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graphicFrame>
        <p:nvGraphicFramePr>
          <p:cNvPr id="10" name="Chart Placeholder 26">
            <a:extLst>
              <a:ext uri="{FF2B5EF4-FFF2-40B4-BE49-F238E27FC236}">
                <a16:creationId xmlns:a16="http://schemas.microsoft.com/office/drawing/2014/main" id="{23B06FE4-9D56-623E-8D07-7BB3ED7257AD}"/>
              </a:ext>
            </a:extLst>
          </p:cNvPr>
          <p:cNvGraphicFramePr>
            <a:graphicFrameLocks noGrp="1"/>
          </p:cNvGraphicFramePr>
          <p:nvPr>
            <p:ph type="chart" sz="quarter" idx="15"/>
            <p:extLst>
              <p:ext uri="{D42A27DB-BD31-4B8C-83A1-F6EECF244321}">
                <p14:modId xmlns:p14="http://schemas.microsoft.com/office/powerpoint/2010/main" val="181784797"/>
              </p:ext>
            </p:extLst>
          </p:nvPr>
        </p:nvGraphicFramePr>
        <p:xfrm>
          <a:off x="550429" y="2431302"/>
          <a:ext cx="3511550" cy="3495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Google Shape;383;p1">
            <a:extLst>
              <a:ext uri="{FF2B5EF4-FFF2-40B4-BE49-F238E27FC236}">
                <a16:creationId xmlns:a16="http://schemas.microsoft.com/office/drawing/2014/main" id="{88FAAEF5-EF17-C81C-B05F-E9376DCBCE51}"/>
              </a:ext>
            </a:extLst>
          </p:cNvPr>
          <p:cNvSpPr txBox="1">
            <a:spLocks/>
          </p:cNvSpPr>
          <p:nvPr/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00000000-1234-1234-1234-123412341234}" type="slidenum">
              <a:rPr lang="pt-PT" smtClean="0"/>
              <a:pPr/>
              <a:t>7</a:t>
            </a:fld>
            <a:endParaRPr lang="pt-PT"/>
          </a:p>
        </p:txBody>
      </p:sp>
      <p:sp>
        <p:nvSpPr>
          <p:cNvPr id="12" name="Google Shape;384;p1">
            <a:extLst>
              <a:ext uri="{FF2B5EF4-FFF2-40B4-BE49-F238E27FC236}">
                <a16:creationId xmlns:a16="http://schemas.microsoft.com/office/drawing/2014/main" id="{229EA0B0-5FE1-7D11-1B29-4F9793B91E9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- December 2025</a:t>
            </a:r>
          </a:p>
        </p:txBody>
      </p:sp>
      <p:sp>
        <p:nvSpPr>
          <p:cNvPr id="13" name="Google Shape;385;p1">
            <a:extLst>
              <a:ext uri="{FF2B5EF4-FFF2-40B4-BE49-F238E27FC236}">
                <a16:creationId xmlns:a16="http://schemas.microsoft.com/office/drawing/2014/main" id="{56723B1B-6146-D0FB-5D64-01024A96A46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2025-12-01 - 2025-12-31</a:t>
            </a:r>
          </a:p>
        </p:txBody>
      </p:sp>
    </p:spTree>
    <p:extLst>
      <p:ext uri="{BB962C8B-B14F-4D97-AF65-F5344CB8AC3E}">
        <p14:creationId xmlns:p14="http://schemas.microsoft.com/office/powerpoint/2010/main" val="3397687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Placeholder 7">
            <a:extLst>
              <a:ext uri="{FF2B5EF4-FFF2-40B4-BE49-F238E27FC236}">
                <a16:creationId xmlns:a16="http://schemas.microsoft.com/office/drawing/2014/main" id="{E437519E-41B0-0F98-CEFF-AAD8D610A667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3992163565"/>
              </p:ext>
            </p:extLst>
          </p:nvPr>
        </p:nvGraphicFramePr>
        <p:xfrm>
          <a:off x="715963" y="2497138"/>
          <a:ext cx="5534025" cy="3543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Google Shape;383;p1">
            <a:extLst>
              <a:ext uri="{FF2B5EF4-FFF2-40B4-BE49-F238E27FC236}">
                <a16:creationId xmlns:a16="http://schemas.microsoft.com/office/drawing/2014/main" id="{2DAC6082-7BC3-1861-D3F4-29031A25A7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03296" y="6665884"/>
            <a:ext cx="14427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8</a:t>
            </a:fld>
            <a:endParaRPr/>
          </a:p>
        </p:txBody>
      </p:sp>
      <p:sp>
        <p:nvSpPr>
          <p:cNvPr id="3" name="Google Shape;384;p1">
            <a:extLst>
              <a:ext uri="{FF2B5EF4-FFF2-40B4-BE49-F238E27FC236}">
                <a16:creationId xmlns:a16="http://schemas.microsoft.com/office/drawing/2014/main" id="{14BBC03A-55F6-198D-19D1-1CCE51FBC21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895865" y="6668879"/>
            <a:ext cx="32276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RCS | Network Operations Service Report - December 2025</a:t>
            </a:r>
          </a:p>
        </p:txBody>
      </p:sp>
      <p:sp>
        <p:nvSpPr>
          <p:cNvPr id="4" name="Google Shape;385;p1">
            <a:extLst>
              <a:ext uri="{FF2B5EF4-FFF2-40B4-BE49-F238E27FC236}">
                <a16:creationId xmlns:a16="http://schemas.microsoft.com/office/drawing/2014/main" id="{521CE182-860C-5711-4015-B3540B4756C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555755" y="6665885"/>
            <a:ext cx="2457814" cy="12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r>
              <a:t>2025-12-01 - 2025-12-31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CDBFDB7-7F5D-82DD-71AF-43A84061C42B}"/>
              </a:ext>
            </a:extLst>
          </p:cNvPr>
          <p:cNvSpPr txBox="1">
            <a:spLocks/>
          </p:cNvSpPr>
          <p:nvPr/>
        </p:nvSpPr>
        <p:spPr>
          <a:xfrm>
            <a:off x="467148" y="1380460"/>
            <a:ext cx="11090275" cy="3540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>
                <a:solidFill>
                  <a:schemeClr val="accent1"/>
                </a:solidFill>
                <a:latin typeface="Barlow" panose="00000500000000000000" pitchFamily="2" charset="0"/>
              </a:rPr>
              <a:t>The average incident resolution time was 2 hours and 1 minute</a:t>
            </a:r>
          </a:p>
          <a:p>
            <a:endParaRPr lang="en-US" sz="1800" dirty="0">
              <a:solidFill>
                <a:schemeClr val="accent1"/>
              </a:solidFill>
              <a:latin typeface="Barlow" panose="00000500000000000000" pitchFamily="2" charset="0"/>
            </a:endParaRPr>
          </a:p>
        </p:txBody>
      </p:sp>
      <p:sp>
        <p:nvSpPr>
          <p:cNvPr id="14" name="Google Shape;1031;p9">
            <a:extLst>
              <a:ext uri="{FF2B5EF4-FFF2-40B4-BE49-F238E27FC236}">
                <a16:creationId xmlns:a16="http://schemas.microsoft.com/office/drawing/2014/main" id="{959199A7-8624-74DD-E288-DB4E8C98D8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0864" y="989299"/>
            <a:ext cx="110902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90000"/>
              </a:lnSpc>
              <a:buClr>
                <a:schemeClr val="accent1"/>
              </a:buClr>
              <a:buSzPts val="3200"/>
            </a:pPr>
            <a:r>
              <a:rPr lang="pt-PT" dirty="0"/>
              <a:t>07 | Network Operations – KPIs</a:t>
            </a:r>
            <a:endParaRPr sz="3200" dirty="0">
              <a:solidFill>
                <a:schemeClr val="accent1"/>
              </a:solidFill>
              <a:latin typeface="Barlow SemiBold" panose="00000700000000000000" pitchFamily="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6344" y="1380744"/>
            <a:ext cx="11091672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overall average resolution time for incidents was 22277 seconds.</a:t>
            </a:r>
          </a:p>
        </p:txBody>
      </p:sp>
    </p:spTree>
    <p:extLst>
      <p:ext uri="{BB962C8B-B14F-4D97-AF65-F5344CB8AC3E}">
        <p14:creationId xmlns:p14="http://schemas.microsoft.com/office/powerpoint/2010/main" val="3720291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eoneer 2023">
  <a:themeElements>
    <a:clrScheme name="veoneer">
      <a:dk1>
        <a:srgbClr val="323232"/>
      </a:dk1>
      <a:lt1>
        <a:srgbClr val="FFFFFF"/>
      </a:lt1>
      <a:dk2>
        <a:srgbClr val="DADADA"/>
      </a:dk2>
      <a:lt2>
        <a:srgbClr val="9D9D9D"/>
      </a:lt2>
      <a:accent1>
        <a:srgbClr val="001F47"/>
      </a:accent1>
      <a:accent2>
        <a:srgbClr val="60799A"/>
      </a:accent2>
      <a:accent3>
        <a:srgbClr val="AABAD2"/>
      </a:accent3>
      <a:accent4>
        <a:srgbClr val="6BB7AF"/>
      </a:accent4>
      <a:accent5>
        <a:srgbClr val="A6D4CF"/>
      </a:accent5>
      <a:accent6>
        <a:srgbClr val="D3E7E3"/>
      </a:accent6>
      <a:hlink>
        <a:srgbClr val="60799A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Veoneer 2023">
  <a:themeElements>
    <a:clrScheme name="veoneer">
      <a:dk1>
        <a:srgbClr val="323232"/>
      </a:dk1>
      <a:lt1>
        <a:srgbClr val="FFFFFF"/>
      </a:lt1>
      <a:dk2>
        <a:srgbClr val="DADADA"/>
      </a:dk2>
      <a:lt2>
        <a:srgbClr val="9D9D9D"/>
      </a:lt2>
      <a:accent1>
        <a:srgbClr val="001F47"/>
      </a:accent1>
      <a:accent2>
        <a:srgbClr val="60799A"/>
      </a:accent2>
      <a:accent3>
        <a:srgbClr val="AABAD2"/>
      </a:accent3>
      <a:accent4>
        <a:srgbClr val="6BB7AF"/>
      </a:accent4>
      <a:accent5>
        <a:srgbClr val="A6D4CF"/>
      </a:accent5>
      <a:accent6>
        <a:srgbClr val="D3E7E3"/>
      </a:accent6>
      <a:hlink>
        <a:srgbClr val="60799A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Veoneer">
      <a:dk1>
        <a:srgbClr val="323232"/>
      </a:dk1>
      <a:lt1>
        <a:srgbClr val="FFFFFF"/>
      </a:lt1>
      <a:dk2>
        <a:srgbClr val="DADADA"/>
      </a:dk2>
      <a:lt2>
        <a:srgbClr val="9D9D9D"/>
      </a:lt2>
      <a:accent1>
        <a:srgbClr val="001F47"/>
      </a:accent1>
      <a:accent2>
        <a:srgbClr val="60799A"/>
      </a:accent2>
      <a:accent3>
        <a:srgbClr val="AABAD2"/>
      </a:accent3>
      <a:accent4>
        <a:srgbClr val="6BB7AF"/>
      </a:accent4>
      <a:accent5>
        <a:srgbClr val="A6D4CF"/>
      </a:accent5>
      <a:accent6>
        <a:srgbClr val="D3E7E3"/>
      </a:accent6>
      <a:hlink>
        <a:srgbClr val="667991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Privilege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8259</TotalTime>
  <Words>320</Words>
  <Application>Microsoft Office PowerPoint</Application>
  <PresentationFormat>Widescreen</PresentationFormat>
  <Paragraphs>71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Barlow SemiBold</vt:lpstr>
      <vt:lpstr>Barlow</vt:lpstr>
      <vt:lpstr>Arial</vt:lpstr>
      <vt:lpstr>Noto Sans Symbols</vt:lpstr>
      <vt:lpstr>Calibri</vt:lpstr>
      <vt:lpstr>Veoneer 2023</vt:lpstr>
      <vt:lpstr>1_Veoneer 2023</vt:lpstr>
      <vt:lpstr>RCS</vt:lpstr>
      <vt:lpstr>01 | Network Health Overview</vt:lpstr>
      <vt:lpstr>02 | Network Operations – Last day of the month</vt:lpstr>
      <vt:lpstr>03 | Network Operations – KPIs</vt:lpstr>
      <vt:lpstr>04 | Network Operations – KPIs</vt:lpstr>
      <vt:lpstr>05 | Network Operations – KPIs</vt:lpstr>
      <vt:lpstr>06 | Network Operations – Ticket Analysis</vt:lpstr>
      <vt:lpstr>07 | Network Operations – KPIs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Frank Ward</dc:creator>
  <cp:lastModifiedBy>Aguiar, Pedro Ferreira</cp:lastModifiedBy>
  <cp:revision>85</cp:revision>
  <dcterms:created xsi:type="dcterms:W3CDTF">2024-11-04T15:04:28Z</dcterms:created>
  <dcterms:modified xsi:type="dcterms:W3CDTF">2025-12-05T13:26:37Z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0x010100FAD5D040BD4C0C45AFF38587F5FFBB8D</vt:lpwstr>
  </property>
  <property fmtid="{D5CDD505-2E9C-101B-9397-08002B2CF9AE}" pid="3" name="MSIP_Label_a36ca0c7-eb99-4b40-a8e8-20468ee5045e_Enabled">
    <vt:lpwstr>true</vt:lpwstr>
  </property>
  <property fmtid="{D5CDD505-2E9C-101B-9397-08002B2CF9AE}" pid="4" name="MSIP_Label_a36ca0c7-eb99-4b40-a8e8-20468ee5045e_SetDate">
    <vt:lpwstr>2024-02-13T12:27:02Z</vt:lpwstr>
  </property>
  <property fmtid="{D5CDD505-2E9C-101B-9397-08002B2CF9AE}" pid="5" name="MSIP_Label_a36ca0c7-eb99-4b40-a8e8-20468ee5045e_Method">
    <vt:lpwstr>Privileged</vt:lpwstr>
  </property>
  <property fmtid="{D5CDD505-2E9C-101B-9397-08002B2CF9AE}" pid="6" name="MSIP_Label_a36ca0c7-eb99-4b40-a8e8-20468ee5045e_Name">
    <vt:lpwstr>Internal</vt:lpwstr>
  </property>
  <property fmtid="{D5CDD505-2E9C-101B-9397-08002B2CF9AE}" pid="7" name="MSIP_Label_a36ca0c7-eb99-4b40-a8e8-20468ee5045e_SiteId">
    <vt:lpwstr>81122329-96bb-41cc-9053-65e30c689cd5</vt:lpwstr>
  </property>
  <property fmtid="{D5CDD505-2E9C-101B-9397-08002B2CF9AE}" pid="8" name="MSIP_Label_a36ca0c7-eb99-4b40-a8e8-20468ee5045e_ActionId">
    <vt:lpwstr>152e80a5-efee-4afc-b9f5-da82d1add4a1</vt:lpwstr>
  </property>
  <property fmtid="{D5CDD505-2E9C-101B-9397-08002B2CF9AE}" pid="9" name="MSIP_Label_a36ca0c7-eb99-4b40-a8e8-20468ee5045e_ContentBits">
    <vt:lpwstr>2</vt:lpwstr>
  </property>
  <property fmtid="{D5CDD505-2E9C-101B-9397-08002B2CF9AE}" pid="10" name="ClassificationContentMarkingFooterLocations">
    <vt:lpwstr>Veoneer 2023:25</vt:lpwstr>
  </property>
  <property fmtid="{D5CDD505-2E9C-101B-9397-08002B2CF9AE}" pid="11" name="ClassificationContentMarkingFooterText">
    <vt:lpwstr>INTERNAL</vt:lpwstr>
  </property>
  <property fmtid="{D5CDD505-2E9C-101B-9397-08002B2CF9AE}" pid="12" name="MSIP_Label_ea60d57e-af5b-4752-ac57-3e4f28ca11dc_Enabled">
    <vt:lpwstr>true</vt:lpwstr>
  </property>
  <property fmtid="{D5CDD505-2E9C-101B-9397-08002B2CF9AE}" pid="13" name="MSIP_Label_ea60d57e-af5b-4752-ac57-3e4f28ca11dc_Name">
    <vt:lpwstr>ea60d57e-af5b-4752-ac57-3e4f28ca11dc</vt:lpwstr>
  </property>
  <property fmtid="{D5CDD505-2E9C-101B-9397-08002B2CF9AE}" pid="14" name="MSIP_Label_ea60d57e-af5b-4752-ac57-3e4f28ca11dc_SiteId">
    <vt:lpwstr>36da45f1-dd2c-4d1f-af13-5abe46b99921</vt:lpwstr>
  </property>
  <property fmtid="{D5CDD505-2E9C-101B-9397-08002B2CF9AE}" pid="15" name="MSIP_Label_ea60d57e-af5b-4752-ac57-3e4f28ca11dc_ActionId">
    <vt:lpwstr>cf665bb5-9d3a-48ad-8448-6777606bfe2f</vt:lpwstr>
  </property>
  <property fmtid="{D5CDD505-2E9C-101B-9397-08002B2CF9AE}" pid="16" name="MSIP_Label_ea60d57e-af5b-4752-ac57-3e4f28ca11dc_ContentBits">
    <vt:lpwstr>0</vt:lpwstr>
  </property>
  <property fmtid="{D5CDD505-2E9C-101B-9397-08002B2CF9AE}" pid="17" name="MediaServiceImageTags">
    <vt:lpwstr/>
  </property>
  <property fmtid="{D5CDD505-2E9C-101B-9397-08002B2CF9AE}" pid="18" name="MSIP_Label_ea60d57e-af5b-4752-ac57-3e4f28ca11dc_Method">
    <vt:lpwstr>Privileged</vt:lpwstr>
  </property>
  <property fmtid="{D5CDD505-2E9C-101B-9397-08002B2CF9AE}" pid="19" name="MSIP_Label_ea60d57e-af5b-4752-ac57-3e4f28ca11dc_SetDate">
    <vt:lpwstr>2024-12-04T14:35:54Z</vt:lpwstr>
  </property>
</Properties>
</file>